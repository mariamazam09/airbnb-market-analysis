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theme/themeOverride1.xml" ContentType="application/vnd.openxmlformats-officedocument.themeOverr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58" r:id="rId4"/>
  </p:sldMasterIdLst>
  <p:notesMasterIdLst>
    <p:notesMasterId r:id="rId16"/>
  </p:notesMasterIdLst>
  <p:handoutMasterIdLst>
    <p:handoutMasterId r:id="rId17"/>
  </p:handoutMasterIdLst>
  <p:sldIdLst>
    <p:sldId id="350" r:id="rId5"/>
    <p:sldId id="352" r:id="rId6"/>
    <p:sldId id="376" r:id="rId7"/>
    <p:sldId id="361" r:id="rId8"/>
    <p:sldId id="379" r:id="rId9"/>
    <p:sldId id="369" r:id="rId10"/>
    <p:sldId id="377" r:id="rId11"/>
    <p:sldId id="374" r:id="rId12"/>
    <p:sldId id="380" r:id="rId13"/>
    <p:sldId id="373" r:id="rId14"/>
    <p:sldId id="378" r:id="rId15"/>
  </p:sldIdLst>
  <p:sldSz cx="12192000" cy="6858000"/>
  <p:notesSz cx="6858000" cy="9144000"/>
  <p:defaultTextStyle>
    <a:defPPr rtl="0">
      <a:defRPr lang="en-gb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hor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10202"/>
    <a:srgbClr val="7F7F7F"/>
    <a:srgbClr val="FFFFFF"/>
    <a:srgbClr val="E2E2E2"/>
    <a:srgbClr val="E8313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5226" autoAdjust="0"/>
  </p:normalViewPr>
  <p:slideViewPr>
    <p:cSldViewPr snapToGrid="0">
      <p:cViewPr varScale="1">
        <p:scale>
          <a:sx n="88" d="100"/>
          <a:sy n="88" d="100"/>
        </p:scale>
        <p:origin x="412" y="2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 showGuides="1">
      <p:cViewPr varScale="1">
        <p:scale>
          <a:sx n="99" d="100"/>
          <a:sy n="99" d="100"/>
        </p:scale>
        <p:origin x="3570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commentAuthors" Target="commentAuthors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iam Azam" userId="4d607466a3edbe17" providerId="LiveId" clId="{32A72167-7398-4657-9677-4143FD373DAC}"/>
    <pc:docChg chg="custSel modSld">
      <pc:chgData name="Mariam Azam" userId="4d607466a3edbe17" providerId="LiveId" clId="{32A72167-7398-4657-9677-4143FD373DAC}" dt="2025-04-20T13:35:08.697" v="1119" actId="20577"/>
      <pc:docMkLst>
        <pc:docMk/>
      </pc:docMkLst>
      <pc:sldChg chg="modSp mod">
        <pc:chgData name="Mariam Azam" userId="4d607466a3edbe17" providerId="LiveId" clId="{32A72167-7398-4657-9677-4143FD373DAC}" dt="2025-04-20T12:45:10.820" v="41" actId="20577"/>
        <pc:sldMkLst>
          <pc:docMk/>
          <pc:sldMk cId="2960950710" sldId="350"/>
        </pc:sldMkLst>
        <pc:spChg chg="mod">
          <ac:chgData name="Mariam Azam" userId="4d607466a3edbe17" providerId="LiveId" clId="{32A72167-7398-4657-9677-4143FD373DAC}" dt="2025-04-20T12:45:10.820" v="41" actId="20577"/>
          <ac:spMkLst>
            <pc:docMk/>
            <pc:sldMk cId="2960950710" sldId="350"/>
            <ac:spMk id="2" creationId="{293E168C-8042-5B4E-A5A4-A5BF693AE2D6}"/>
          </ac:spMkLst>
        </pc:spChg>
      </pc:sldChg>
      <pc:sldChg chg="modNotesTx">
        <pc:chgData name="Mariam Azam" userId="4d607466a3edbe17" providerId="LiveId" clId="{32A72167-7398-4657-9677-4143FD373DAC}" dt="2025-04-20T13:30:50.970" v="806" actId="20577"/>
        <pc:sldMkLst>
          <pc:docMk/>
          <pc:sldMk cId="72703326" sldId="369"/>
        </pc:sldMkLst>
      </pc:sldChg>
      <pc:sldChg chg="modNotesTx">
        <pc:chgData name="Mariam Azam" userId="4d607466a3edbe17" providerId="LiveId" clId="{32A72167-7398-4657-9677-4143FD373DAC}" dt="2025-04-20T13:31:39.403" v="878" actId="20577"/>
        <pc:sldMkLst>
          <pc:docMk/>
          <pc:sldMk cId="49259011" sldId="374"/>
        </pc:sldMkLst>
      </pc:sldChg>
      <pc:sldChg chg="modNotesTx">
        <pc:chgData name="Mariam Azam" userId="4d607466a3edbe17" providerId="LiveId" clId="{32A72167-7398-4657-9677-4143FD373DAC}" dt="2025-04-20T13:26:03.326" v="211" actId="20577"/>
        <pc:sldMkLst>
          <pc:docMk/>
          <pc:sldMk cId="2045188816" sldId="376"/>
        </pc:sldMkLst>
      </pc:sldChg>
      <pc:sldChg chg="modNotesTx">
        <pc:chgData name="Mariam Azam" userId="4d607466a3edbe17" providerId="LiveId" clId="{32A72167-7398-4657-9677-4143FD373DAC}" dt="2025-04-20T13:29:51.073" v="662" actId="20577"/>
        <pc:sldMkLst>
          <pc:docMk/>
          <pc:sldMk cId="61602910" sldId="377"/>
        </pc:sldMkLst>
      </pc:sldChg>
      <pc:sldChg chg="modNotesTx">
        <pc:chgData name="Mariam Azam" userId="4d607466a3edbe17" providerId="LiveId" clId="{32A72167-7398-4657-9677-4143FD373DAC}" dt="2025-04-20T13:26:30.891" v="256" actId="20577"/>
        <pc:sldMkLst>
          <pc:docMk/>
          <pc:sldMk cId="3779076094" sldId="379"/>
        </pc:sldMkLst>
      </pc:sldChg>
      <pc:sldChg chg="modNotesTx">
        <pc:chgData name="Mariam Azam" userId="4d607466a3edbe17" providerId="LiveId" clId="{32A72167-7398-4657-9677-4143FD373DAC}" dt="2025-04-20T13:35:08.697" v="1119" actId="20577"/>
        <pc:sldMkLst>
          <pc:docMk/>
          <pc:sldMk cId="363784931" sldId="380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95B66E5-15AA-4745-8A67-3CE257BEE39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C844A45-21B3-834A-A491-E4E4B9DC117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039FDB-18A0-074D-8BA3-A4C3DE896AF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8E6D13E5-4CEC-3A4A-8E5D-AFCEE7512EE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5322844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GB" noProof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1CA15AE-E040-4F31-96C6-FD066D034FFB}" type="datetime1">
              <a:rPr lang="en-GB" smtClean="0"/>
              <a:pPr/>
              <a:t>20/04/2025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n-GB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Quarter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GB" noProof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A89C7E07-3C67-C64C-8DA0-0404F6303970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40325283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A89C7E07-3C67-C64C-8DA0-0404F6303970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465813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A89C7E07-3C67-C64C-8DA0-0404F6303970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1579005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Suggestion: Mention Ottawa’s population and total number of listings in Ottawa. Are the listings fewer compared to the pop. Or more?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A89C7E07-3C67-C64C-8DA0-0404F6303970}" type="slidenum">
              <a:rPr lang="en-GB" noProof="0" smtClean="0"/>
              <a:t>3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07093804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A89C7E07-3C67-C64C-8DA0-0404F6303970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4815268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Count of Airbnb Listings in All </a:t>
            </a:r>
            <a:r>
              <a:rPr lang="en-GB" dirty="0" err="1"/>
              <a:t>Neighborhoods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A89C7E07-3C67-C64C-8DA0-0404F6303970}" type="slidenum">
              <a:rPr lang="en-GB" noProof="0" smtClean="0"/>
              <a:t>5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4122479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Our definition of demand is how occupied a </a:t>
            </a:r>
            <a:r>
              <a:rPr lang="en-GB" dirty="0" err="1"/>
              <a:t>neighborhood</a:t>
            </a:r>
            <a:r>
              <a:rPr lang="en-GB" dirty="0"/>
              <a:t> is throughout the year. The chart shows Occupancy rate of one </a:t>
            </a:r>
            <a:r>
              <a:rPr lang="en-GB" dirty="0" err="1"/>
              <a:t>neighborhood</a:t>
            </a:r>
            <a:r>
              <a:rPr lang="en-GB" dirty="0"/>
              <a:t> compared to the others. Another way of analysing is to determine the occupancy rate of a </a:t>
            </a:r>
            <a:r>
              <a:rPr lang="en-GB" dirty="0" err="1"/>
              <a:t>neighborhood</a:t>
            </a:r>
            <a:r>
              <a:rPr lang="en-GB" dirty="0"/>
              <a:t> in a year. A new column: Occupancy/365x100 and then make a pivot table using this column.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A89C7E07-3C67-C64C-8DA0-0404F6303970}" type="slidenum">
              <a:rPr lang="en-GB" noProof="0" smtClean="0"/>
              <a:t>6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44846545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Popularity of property types among customers based on Average of review score rating.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A89C7E07-3C67-C64C-8DA0-0404F6303970}" type="slidenum">
              <a:rPr lang="en-GB" noProof="0" smtClean="0"/>
              <a:t>7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85218248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Estimated revenue generated by </a:t>
            </a:r>
            <a:r>
              <a:rPr lang="en-GB" dirty="0" err="1"/>
              <a:t>superhosts</a:t>
            </a:r>
            <a:r>
              <a:rPr lang="en-GB" dirty="0"/>
              <a:t> vs regular host.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A89C7E07-3C67-C64C-8DA0-0404F6303970}" type="slidenum">
              <a:rPr lang="en-GB" noProof="0" smtClean="0"/>
              <a:t>8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09516676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Y-Axis has average prices of property types on left-side and the corresponding average revenue on the right-side. X-Axis shows </a:t>
            </a:r>
            <a:r>
              <a:rPr lang="en-GB"/>
              <a:t>the property-types. 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A89C7E07-3C67-C64C-8DA0-0404F6303970}" type="slidenum">
              <a:rPr lang="en-GB" noProof="0" smtClean="0"/>
              <a:t>9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03310632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7D3270-29BB-F070-0306-A60B735EFE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F14940C-57C9-8EF6-CAE4-C9B2618E4C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63F5008-FE1A-F29F-DAF9-8D7BA2E095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1AEEB6-B50A-A753-9817-3B68CCED5F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A89C7E07-3C67-C64C-8DA0-0404F6303970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215825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67054" y="2116182"/>
            <a:ext cx="5491571" cy="1514019"/>
          </a:xfrm>
          <a:prstGeom prst="rect">
            <a:avLst/>
          </a:prstGeom>
        </p:spPr>
        <p:txBody>
          <a:bodyPr lIns="0" tIns="0" rIns="0" bIns="0" rtlCol="0" anchor="b">
            <a:noAutofit/>
          </a:bodyPr>
          <a:lstStyle>
            <a:lvl1pPr algn="l">
              <a:defRPr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26C18C3-ED25-DD4B-BA72-24932D54DE37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" y="758752"/>
            <a:ext cx="6099248" cy="6099248"/>
            <a:chOff x="0" y="12289"/>
            <a:chExt cx="3550" cy="3551"/>
          </a:xfrm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n-GB" noProof="0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n-GB" noProof="0" dirty="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n-GB" noProof="0" dirty="0"/>
            </a:p>
          </p:txBody>
        </p:sp>
      </p:grpSp>
      <p:sp>
        <p:nvSpPr>
          <p:cNvPr id="18" name="Text Placeholder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67055" y="4549553"/>
            <a:ext cx="5491570" cy="953337"/>
          </a:xfrm>
        </p:spPr>
        <p:txBody>
          <a:bodyPr lIns="0" tIns="0" rIns="0" bIns="0" rtlCol="0">
            <a:noAutofit/>
          </a:bodyPr>
          <a:lstStyle>
            <a:lvl1pPr marL="0" indent="0">
              <a:buNone/>
              <a:defRPr sz="1800" b="0" i="0">
                <a:solidFill>
                  <a:schemeClr val="tx2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69706A2-3726-FE4E-B923-E75D48597816}"/>
              </a:ext>
            </a:extLst>
          </p:cNvPr>
          <p:cNvCxnSpPr>
            <a:cxnSpLocks/>
          </p:cNvCxnSpPr>
          <p:nvPr userDrawn="1"/>
        </p:nvCxnSpPr>
        <p:spPr>
          <a:xfrm>
            <a:off x="6367055" y="4252111"/>
            <a:ext cx="21336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271085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806C6F65-35CD-D64B-992A-0C1C1E00384D}"/>
              </a:ext>
            </a:extLst>
          </p:cNvPr>
          <p:cNvGrpSpPr/>
          <p:nvPr userDrawn="1"/>
        </p:nvGrpSpPr>
        <p:grpSpPr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7" name="AutoShape 24">
              <a:extLst>
                <a:ext uri="{FF2B5EF4-FFF2-40B4-BE49-F238E27FC236}">
                  <a16:creationId xmlns:a16="http://schemas.microsoft.com/office/drawing/2014/main" id="{CFD467E2-FF13-7E4F-BEF9-EA1A17665B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2972" y="1"/>
              <a:ext cx="4408998" cy="3672246"/>
            </a:xfrm>
            <a:custGeom>
              <a:avLst/>
              <a:gdLst>
                <a:gd name="T0" fmla="+- 0 8372 6586"/>
                <a:gd name="T1" fmla="*/ T0 w 3578"/>
                <a:gd name="T2" fmla="*/ 591 h 2980"/>
                <a:gd name="T3" fmla="+- 0 7780 6586"/>
                <a:gd name="T4" fmla="*/ T3 w 3578"/>
                <a:gd name="T5" fmla="*/ 0 h 2980"/>
                <a:gd name="T6" fmla="+- 0 6586 6586"/>
                <a:gd name="T7" fmla="*/ T6 w 3578"/>
                <a:gd name="T8" fmla="*/ 0 h 2980"/>
                <a:gd name="T9" fmla="+- 0 7774 6586"/>
                <a:gd name="T10" fmla="*/ T9 w 3578"/>
                <a:gd name="T11" fmla="*/ 1188 h 2980"/>
                <a:gd name="T12" fmla="+- 0 8372 6586"/>
                <a:gd name="T13" fmla="*/ T12 w 3578"/>
                <a:gd name="T14" fmla="*/ 591 h 2980"/>
                <a:gd name="T15" fmla="+- 0 10163 6586"/>
                <a:gd name="T16" fmla="*/ T15 w 3578"/>
                <a:gd name="T17" fmla="*/ 2383 h 2980"/>
                <a:gd name="T18" fmla="+- 0 9566 6586"/>
                <a:gd name="T19" fmla="*/ T18 w 3578"/>
                <a:gd name="T20" fmla="*/ 1786 h 2980"/>
                <a:gd name="T21" fmla="+- 0 8969 6586"/>
                <a:gd name="T22" fmla="*/ T21 w 3578"/>
                <a:gd name="T23" fmla="*/ 2383 h 2980"/>
                <a:gd name="T24" fmla="+- 0 9566 6586"/>
                <a:gd name="T25" fmla="*/ T24 w 3578"/>
                <a:gd name="T26" fmla="*/ 2980 h 2980"/>
                <a:gd name="T27" fmla="+- 0 10163 6586"/>
                <a:gd name="T28" fmla="*/ T27 w 3578"/>
                <a:gd name="T29" fmla="*/ 2383 h 298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  <a:cxn ang="0">
                  <a:pos x="T13" y="T14"/>
                </a:cxn>
                <a:cxn ang="0">
                  <a:pos x="T16" y="T17"/>
                </a:cxn>
                <a:cxn ang="0">
                  <a:pos x="T19" y="T20"/>
                </a:cxn>
                <a:cxn ang="0">
                  <a:pos x="T22" y="T23"/>
                </a:cxn>
                <a:cxn ang="0">
                  <a:pos x="T25" y="T26"/>
                </a:cxn>
                <a:cxn ang="0">
                  <a:pos x="T28" y="T29"/>
                </a:cxn>
              </a:cxnLst>
              <a:rect l="0" t="0" r="r" b="b"/>
              <a:pathLst>
                <a:path w="3578" h="2980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n-GB" noProof="0" dirty="0"/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CA85A327-3157-B442-993A-6900F71249AC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1233" y="1463970"/>
              <a:ext cx="2208196" cy="2208277"/>
            </a:xfrm>
            <a:custGeom>
              <a:avLst/>
              <a:gdLst>
                <a:gd name="T0" fmla="+- 0 7774 7177"/>
                <a:gd name="T1" fmla="*/ T0 w 1792"/>
                <a:gd name="T2" fmla="+- 0 1188 1188"/>
                <a:gd name="T3" fmla="*/ 1188 h 1792"/>
                <a:gd name="T4" fmla="+- 0 7177 7177"/>
                <a:gd name="T5" fmla="*/ T4 w 1792"/>
                <a:gd name="T6" fmla="+- 0 1786 1188"/>
                <a:gd name="T7" fmla="*/ 1786 h 1792"/>
                <a:gd name="T8" fmla="+- 0 8372 7177"/>
                <a:gd name="T9" fmla="*/ T8 w 1792"/>
                <a:gd name="T10" fmla="+- 0 2980 1188"/>
                <a:gd name="T11" fmla="*/ 2980 h 1792"/>
                <a:gd name="T12" fmla="+- 0 8969 7177"/>
                <a:gd name="T13" fmla="*/ T12 w 1792"/>
                <a:gd name="T14" fmla="+- 0 2383 1188"/>
                <a:gd name="T15" fmla="*/ 2383 h 1792"/>
                <a:gd name="T16" fmla="+- 0 7774 7177"/>
                <a:gd name="T17" fmla="*/ T16 w 1792"/>
                <a:gd name="T18" fmla="+- 0 1188 1188"/>
                <a:gd name="T19" fmla="*/ 1188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n-GB" noProof="0" dirty="0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9A459CB4-74AF-0544-AB1E-7CC6D10F84EB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5590" y="1"/>
              <a:ext cx="1457754" cy="729520"/>
            </a:xfrm>
            <a:custGeom>
              <a:avLst/>
              <a:gdLst>
                <a:gd name="T0" fmla="+- 0 10158 8975"/>
                <a:gd name="T1" fmla="*/ T0 w 1183"/>
                <a:gd name="T2" fmla="*/ 0 h 592"/>
                <a:gd name="T3" fmla="+- 0 8975 8975"/>
                <a:gd name="T4" fmla="*/ T3 w 1183"/>
                <a:gd name="T5" fmla="*/ 0 h 592"/>
                <a:gd name="T6" fmla="+- 0 9566 8975"/>
                <a:gd name="T7" fmla="*/ T6 w 1183"/>
                <a:gd name="T8" fmla="*/ 591 h 592"/>
                <a:gd name="T9" fmla="+- 0 10158 8975"/>
                <a:gd name="T10" fmla="*/ T9 w 1183"/>
                <a:gd name="T11" fmla="*/ 0 h 592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1183" h="592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n-GB" noProof="0" dirty="0"/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95A20BFD-9142-D64A-A78A-61B75FCA0D76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6887" y="728289"/>
              <a:ext cx="2208196" cy="2208277"/>
            </a:xfrm>
            <a:custGeom>
              <a:avLst/>
              <a:gdLst>
                <a:gd name="T0" fmla="+- 0 8372 7774"/>
                <a:gd name="T1" fmla="*/ T0 w 1792"/>
                <a:gd name="T2" fmla="+- 0 591 591"/>
                <a:gd name="T3" fmla="*/ 591 h 1792"/>
                <a:gd name="T4" fmla="+- 0 7774 7774"/>
                <a:gd name="T5" fmla="*/ T4 w 1792"/>
                <a:gd name="T6" fmla="+- 0 1188 591"/>
                <a:gd name="T7" fmla="*/ 1188 h 1792"/>
                <a:gd name="T8" fmla="+- 0 8969 7774"/>
                <a:gd name="T9" fmla="*/ T8 w 1792"/>
                <a:gd name="T10" fmla="+- 0 2383 591"/>
                <a:gd name="T11" fmla="*/ 2383 h 1792"/>
                <a:gd name="T12" fmla="+- 0 9566 7774"/>
                <a:gd name="T13" fmla="*/ T12 w 1792"/>
                <a:gd name="T14" fmla="+- 0 1786 591"/>
                <a:gd name="T15" fmla="*/ 1786 h 1792"/>
                <a:gd name="T16" fmla="+- 0 8372 7774"/>
                <a:gd name="T17" fmla="*/ T16 w 1792"/>
                <a:gd name="T18" fmla="+- 0 591 591"/>
                <a:gd name="T19" fmla="*/ 591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n-GB" noProof="0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B80736DF-C890-DB47-AEAA-D3D92505E632}"/>
                </a:ext>
              </a:extLst>
            </p:cNvPr>
            <p:cNvSpPr>
              <a:spLocks/>
            </p:cNvSpPr>
            <p:nvPr/>
          </p:nvSpPr>
          <p:spPr bwMode="auto">
            <a:xfrm>
              <a:off x="9285083" y="728289"/>
              <a:ext cx="2943850" cy="2943958"/>
            </a:xfrm>
            <a:custGeom>
              <a:avLst/>
              <a:gdLst>
                <a:gd name="T0" fmla="+- 0 11955 9566"/>
                <a:gd name="T1" fmla="*/ T0 w 2389"/>
                <a:gd name="T2" fmla="+- 0 1786 591"/>
                <a:gd name="T3" fmla="*/ 1786 h 2389"/>
                <a:gd name="T4" fmla="+- 0 10760 9566"/>
                <a:gd name="T5" fmla="*/ T4 w 2389"/>
                <a:gd name="T6" fmla="+- 0 591 591"/>
                <a:gd name="T7" fmla="*/ 591 h 2389"/>
                <a:gd name="T8" fmla="+- 0 9566 9566"/>
                <a:gd name="T9" fmla="*/ T8 w 2389"/>
                <a:gd name="T10" fmla="+- 0 1786 591"/>
                <a:gd name="T11" fmla="*/ 1786 h 2389"/>
                <a:gd name="T12" fmla="+- 0 10760 9566"/>
                <a:gd name="T13" fmla="*/ T12 w 2389"/>
                <a:gd name="T14" fmla="+- 0 2980 591"/>
                <a:gd name="T15" fmla="*/ 2980 h 2389"/>
                <a:gd name="T16" fmla="+- 0 11955 9566"/>
                <a:gd name="T17" fmla="*/ T16 w 2389"/>
                <a:gd name="T18" fmla="+- 0 1786 591"/>
                <a:gd name="T19" fmla="*/ 1786 h 238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2389" h="2389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n-GB" noProof="0" dirty="0"/>
            </a:p>
          </p:txBody>
        </p:sp>
      </p:grpSp>
      <p:sp>
        <p:nvSpPr>
          <p:cNvPr id="12" name="Title 1">
            <a:extLst>
              <a:ext uri="{FF2B5EF4-FFF2-40B4-BE49-F238E27FC236}">
                <a16:creationId xmlns:a16="http://schemas.microsoft.com/office/drawing/2014/main" id="{39F93F26-ED5C-E74E-BFBD-E3054DC1B9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023" y="879063"/>
            <a:ext cx="4941477" cy="610863"/>
          </a:xfrm>
          <a:prstGeom prst="rect">
            <a:avLst/>
          </a:prstGeom>
        </p:spPr>
        <p:txBody>
          <a:bodyPr lIns="0" tIns="0" rIns="0" bIns="0" rtlCol="0" anchor="b" anchorCtr="0">
            <a:normAutofit/>
          </a:bodyPr>
          <a:lstStyle>
            <a:lvl1pPr>
              <a:defRPr sz="4400" b="1" i="0" spc="50" baseline="0">
                <a:latin typeface="+mj-lt"/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F0FD074-81E2-0D4E-8446-C5B415B238A0}"/>
              </a:ext>
            </a:extLst>
          </p:cNvPr>
          <p:cNvCxnSpPr>
            <a:cxnSpLocks/>
          </p:cNvCxnSpPr>
          <p:nvPr userDrawn="1"/>
        </p:nvCxnSpPr>
        <p:spPr>
          <a:xfrm>
            <a:off x="952500" y="1934655"/>
            <a:ext cx="21336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Text Placeholder 29">
            <a:extLst>
              <a:ext uri="{FF2B5EF4-FFF2-40B4-BE49-F238E27FC236}">
                <a16:creationId xmlns:a16="http://schemas.microsoft.com/office/drawing/2014/main" id="{58AAB058-5FFC-9E4E-AD2E-FB1B4EE5102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52500" y="2818296"/>
            <a:ext cx="2133600" cy="369332"/>
          </a:xfrm>
        </p:spPr>
        <p:txBody>
          <a:bodyPr lIns="0" tIns="0" rIns="0" bIns="0" rtlCol="0">
            <a:noAutofit/>
          </a:bodyPr>
          <a:lstStyle>
            <a:lvl1pPr marL="0" indent="0">
              <a:lnSpc>
                <a:spcPct val="100000"/>
              </a:lnSpc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15" name="Text Placeholder 29">
            <a:extLst>
              <a:ext uri="{FF2B5EF4-FFF2-40B4-BE49-F238E27FC236}">
                <a16:creationId xmlns:a16="http://schemas.microsoft.com/office/drawing/2014/main" id="{18ABDA74-C3EC-274D-BE87-AC5B825A2A4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52500" y="2209800"/>
            <a:ext cx="2133600" cy="205837"/>
          </a:xfrm>
        </p:spPr>
        <p:txBody>
          <a:bodyPr lIns="0" tIns="0" rIns="0" bIns="0" rtlCol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800" b="0" i="0">
                <a:solidFill>
                  <a:schemeClr val="tx2"/>
                </a:solidFill>
                <a:latin typeface="+mj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3DDE02E-BC75-2645-8725-CA2CFD327A3C}"/>
              </a:ext>
            </a:extLst>
          </p:cNvPr>
          <p:cNvCxnSpPr>
            <a:cxnSpLocks/>
          </p:cNvCxnSpPr>
          <p:nvPr userDrawn="1"/>
        </p:nvCxnSpPr>
        <p:spPr>
          <a:xfrm>
            <a:off x="3663043" y="1939108"/>
            <a:ext cx="21336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Text Placeholder 29">
            <a:extLst>
              <a:ext uri="{FF2B5EF4-FFF2-40B4-BE49-F238E27FC236}">
                <a16:creationId xmlns:a16="http://schemas.microsoft.com/office/drawing/2014/main" id="{3ABA9FD1-9B74-F14F-81EF-7B3407196B0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663042" y="2818296"/>
            <a:ext cx="2128157" cy="369332"/>
          </a:xfrm>
        </p:spPr>
        <p:txBody>
          <a:bodyPr lIns="0" tIns="0" rIns="0" bIns="0" rtlCol="0">
            <a:noAutofit/>
          </a:bodyPr>
          <a:lstStyle>
            <a:lvl1pPr marL="0" indent="0">
              <a:lnSpc>
                <a:spcPct val="100000"/>
              </a:lnSpc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18" name="Text Placeholder 29">
            <a:extLst>
              <a:ext uri="{FF2B5EF4-FFF2-40B4-BE49-F238E27FC236}">
                <a16:creationId xmlns:a16="http://schemas.microsoft.com/office/drawing/2014/main" id="{0E9E9D03-0186-5B4C-A73F-95ADCD08A44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663042" y="2209800"/>
            <a:ext cx="2128157" cy="205837"/>
          </a:xfrm>
        </p:spPr>
        <p:txBody>
          <a:bodyPr lIns="0" tIns="0" rIns="0" bIns="0" rtlCol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800" b="0" i="0">
                <a:solidFill>
                  <a:schemeClr val="tx2"/>
                </a:solidFill>
                <a:latin typeface="+mj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01EE6FD-FABB-AD48-92DA-19805B502918}"/>
              </a:ext>
            </a:extLst>
          </p:cNvPr>
          <p:cNvCxnSpPr>
            <a:cxnSpLocks/>
          </p:cNvCxnSpPr>
          <p:nvPr userDrawn="1"/>
        </p:nvCxnSpPr>
        <p:spPr>
          <a:xfrm>
            <a:off x="952500" y="4248119"/>
            <a:ext cx="21336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" name="Text Placeholder 29">
            <a:extLst>
              <a:ext uri="{FF2B5EF4-FFF2-40B4-BE49-F238E27FC236}">
                <a16:creationId xmlns:a16="http://schemas.microsoft.com/office/drawing/2014/main" id="{F953BCFF-5CB8-784F-ACC1-A14670E6219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52500" y="5131299"/>
            <a:ext cx="2133600" cy="369332"/>
          </a:xfrm>
        </p:spPr>
        <p:txBody>
          <a:bodyPr lIns="0" tIns="0" rIns="0" bIns="0" rtlCol="0">
            <a:noAutofit/>
          </a:bodyPr>
          <a:lstStyle>
            <a:lvl1pPr marL="0" indent="0">
              <a:lnSpc>
                <a:spcPct val="100000"/>
              </a:lnSpc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2" name="Text Placeholder 29">
            <a:extLst>
              <a:ext uri="{FF2B5EF4-FFF2-40B4-BE49-F238E27FC236}">
                <a16:creationId xmlns:a16="http://schemas.microsoft.com/office/drawing/2014/main" id="{97DCC038-CDD3-1D48-B8BA-2617616935C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52500" y="4522803"/>
            <a:ext cx="2133600" cy="205837"/>
          </a:xfrm>
        </p:spPr>
        <p:txBody>
          <a:bodyPr lIns="0" tIns="0" rIns="0" bIns="0" rtlCol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800" b="0" i="0">
                <a:solidFill>
                  <a:schemeClr val="tx2"/>
                </a:solidFill>
                <a:latin typeface="+mj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93BB36CC-7349-334D-A028-58D01025E726}"/>
              </a:ext>
            </a:extLst>
          </p:cNvPr>
          <p:cNvCxnSpPr>
            <a:cxnSpLocks/>
          </p:cNvCxnSpPr>
          <p:nvPr userDrawn="1"/>
        </p:nvCxnSpPr>
        <p:spPr>
          <a:xfrm>
            <a:off x="3663043" y="4252111"/>
            <a:ext cx="21336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Text Placeholder 29">
            <a:extLst>
              <a:ext uri="{FF2B5EF4-FFF2-40B4-BE49-F238E27FC236}">
                <a16:creationId xmlns:a16="http://schemas.microsoft.com/office/drawing/2014/main" id="{C20DFC6E-CE65-E94B-921D-38F386E173F2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3663042" y="5131299"/>
            <a:ext cx="2128157" cy="369332"/>
          </a:xfrm>
        </p:spPr>
        <p:txBody>
          <a:bodyPr lIns="0" tIns="0" rIns="0" bIns="0" rtlCol="0">
            <a:noAutofit/>
          </a:bodyPr>
          <a:lstStyle>
            <a:lvl1pPr marL="0" indent="0">
              <a:lnSpc>
                <a:spcPct val="100000"/>
              </a:lnSpc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5" name="Text Placeholder 29">
            <a:extLst>
              <a:ext uri="{FF2B5EF4-FFF2-40B4-BE49-F238E27FC236}">
                <a16:creationId xmlns:a16="http://schemas.microsoft.com/office/drawing/2014/main" id="{773FBF72-A3D8-2F4E-BAD2-2755F0BE4A47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663042" y="4522803"/>
            <a:ext cx="2128157" cy="205837"/>
          </a:xfrm>
        </p:spPr>
        <p:txBody>
          <a:bodyPr lIns="0" tIns="0" rIns="0" bIns="0" rtlCol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800" b="0" i="0">
                <a:solidFill>
                  <a:schemeClr val="tx2"/>
                </a:solidFill>
                <a:latin typeface="+mj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C402C0D4-D9C4-F547-B996-38177302A3DC}"/>
              </a:ext>
            </a:extLst>
          </p:cNvPr>
          <p:cNvCxnSpPr>
            <a:cxnSpLocks/>
          </p:cNvCxnSpPr>
          <p:nvPr userDrawn="1"/>
        </p:nvCxnSpPr>
        <p:spPr>
          <a:xfrm>
            <a:off x="6367055" y="4252111"/>
            <a:ext cx="21336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7" name="Text Placeholder 29">
            <a:extLst>
              <a:ext uri="{FF2B5EF4-FFF2-40B4-BE49-F238E27FC236}">
                <a16:creationId xmlns:a16="http://schemas.microsoft.com/office/drawing/2014/main" id="{9B18A1DC-4A61-514B-9F70-1DCC893EBB17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367054" y="5131299"/>
            <a:ext cx="2129245" cy="369332"/>
          </a:xfrm>
        </p:spPr>
        <p:txBody>
          <a:bodyPr lIns="0" tIns="0" rIns="0" bIns="0" rtlCol="0">
            <a:noAutofit/>
          </a:bodyPr>
          <a:lstStyle>
            <a:lvl1pPr marL="0" indent="0">
              <a:lnSpc>
                <a:spcPct val="100000"/>
              </a:lnSpc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8" name="Text Placeholder 29">
            <a:extLst>
              <a:ext uri="{FF2B5EF4-FFF2-40B4-BE49-F238E27FC236}">
                <a16:creationId xmlns:a16="http://schemas.microsoft.com/office/drawing/2014/main" id="{DD138509-2AA1-D540-90D6-288474956619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367054" y="4522803"/>
            <a:ext cx="2129245" cy="205837"/>
          </a:xfrm>
        </p:spPr>
        <p:txBody>
          <a:bodyPr lIns="0" tIns="0" rIns="0" bIns="0" rtlCol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800" b="0" i="0">
                <a:solidFill>
                  <a:schemeClr val="tx2"/>
                </a:solidFill>
                <a:latin typeface="+mj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2655503-4608-4F79-A5D4-B2F67958F263}"/>
              </a:ext>
            </a:extLst>
          </p:cNvPr>
          <p:cNvSpPr>
            <a:spLocks noGrp="1"/>
          </p:cNvSpPr>
          <p:nvPr>
            <p:ph type="dt" sz="half" idx="25"/>
          </p:nvPr>
        </p:nvSpPr>
        <p:spPr/>
        <p:txBody>
          <a:bodyPr rtlCol="0"/>
          <a:lstStyle/>
          <a:p>
            <a:pPr rtl="0"/>
            <a:fld id="{C02CDA83-4160-4EEB-AD7D-1C57C21837F3}" type="datetime3">
              <a:rPr lang="en-GB" noProof="0" smtClean="0">
                <a:latin typeface="+mn-lt"/>
              </a:rPr>
              <a:t>20 April, 2025</a:t>
            </a:fld>
            <a:endParaRPr lang="en-GB" noProof="0" dirty="0">
              <a:latin typeface="+mn-lt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DAFA395-FE4C-4A99-A74E-57757D8473E1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/>
        <p:txBody>
          <a:bodyPr rtlCol="0"/>
          <a:lstStyle/>
          <a:p>
            <a:pPr rtl="0"/>
            <a:r>
              <a:rPr lang="en-GB" noProof="0" dirty="0"/>
              <a:t>Annual Review</a:t>
            </a:r>
            <a:endParaRPr lang="en-GB" b="0" noProof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A6A117-A0E8-43E1-9120-CE3B8B97667F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/>
        <p:txBody>
          <a:bodyPr rtlCol="0"/>
          <a:lstStyle/>
          <a:p>
            <a:pPr rtl="0"/>
            <a:fld id="{294A09A9-5501-47C1-A89A-A340965A2BE2}" type="slidenum">
              <a:rPr lang="en-GB" noProof="0" smtClean="0"/>
              <a:pPr/>
              <a:t>‹#›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40930664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C82066DD-D313-D148-89C7-338EB873A730}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A5BBD7C7-99D1-E841-A081-6912D1F2B855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n-GB" noProof="0" dirty="0"/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227A14EE-CB79-754A-8B19-EB9874B3158E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n-GB" noProof="0" dirty="0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35B38B80-C3D3-4C47-B468-C41A8FF36F2A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n-GB" noProof="0" dirty="0"/>
            </a:p>
          </p:txBody>
        </p:sp>
      </p:grpSp>
      <p:sp>
        <p:nvSpPr>
          <p:cNvPr id="14" name="Picture Placeholder 2">
            <a:extLst>
              <a:ext uri="{FF2B5EF4-FFF2-40B4-BE49-F238E27FC236}">
                <a16:creationId xmlns:a16="http://schemas.microsoft.com/office/drawing/2014/main" id="{F0C4E8C2-3240-594A-9D5E-1BCD1AF44C5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96000" y="-22543"/>
            <a:ext cx="6096000" cy="6903086"/>
          </a:xfrm>
        </p:spPr>
        <p:txBody>
          <a:bodyPr rtlCol="0"/>
          <a:lstStyle/>
          <a:p>
            <a:pPr rtl="0"/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A5C37098-CEB2-1E45-989B-3DD92F3B1A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023" y="879063"/>
            <a:ext cx="4941477" cy="610863"/>
          </a:xfrm>
          <a:prstGeom prst="rect">
            <a:avLst/>
          </a:prstGeom>
        </p:spPr>
        <p:txBody>
          <a:bodyPr lIns="0" tIns="0" rIns="0" bIns="0" rtlCol="0" anchor="b" anchorCtr="0">
            <a:normAutofit/>
          </a:bodyPr>
          <a:lstStyle>
            <a:lvl1pPr>
              <a:defRPr sz="4400" b="1" i="0">
                <a:latin typeface="+mj-lt"/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1D23F761-57FC-3649-AE84-0C3EF95EF561}"/>
              </a:ext>
            </a:extLst>
          </p:cNvPr>
          <p:cNvCxnSpPr>
            <a:cxnSpLocks/>
          </p:cNvCxnSpPr>
          <p:nvPr userDrawn="1"/>
        </p:nvCxnSpPr>
        <p:spPr>
          <a:xfrm>
            <a:off x="952500" y="1939108"/>
            <a:ext cx="21336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Text Placeholder 29">
            <a:extLst>
              <a:ext uri="{FF2B5EF4-FFF2-40B4-BE49-F238E27FC236}">
                <a16:creationId xmlns:a16="http://schemas.microsoft.com/office/drawing/2014/main" id="{E66F2BC9-2F8A-1543-9AFD-9BAB0E75B31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52499" y="2289363"/>
            <a:ext cx="4572001" cy="2795232"/>
          </a:xfrm>
        </p:spPr>
        <p:txBody>
          <a:bodyPr lIns="0" tIns="0" rIns="0" bIns="0" rtlCol="0">
            <a:noAutofit/>
          </a:bodyPr>
          <a:lstStyle>
            <a:lvl1pPr marL="0" indent="0">
              <a:lnSpc>
                <a:spcPct val="100000"/>
              </a:lnSpc>
              <a:buNone/>
              <a:defRPr sz="1600" b="0" i="0">
                <a:solidFill>
                  <a:schemeClr val="bg1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A64E0B3-57C5-4DAF-8531-F39610E77C09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pPr rtl="0"/>
            <a:fld id="{94200668-9301-4F8B-89F3-A4E2AEA80049}" type="datetime3">
              <a:rPr lang="en-GB" noProof="0" smtClean="0">
                <a:latin typeface="+mn-lt"/>
              </a:rPr>
              <a:t>20 April, 2025</a:t>
            </a:fld>
            <a:endParaRPr lang="en-GB" noProof="0" dirty="0">
              <a:latin typeface="+mn-lt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7E0EC46-C626-4D58-AB64-0B3B850D148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 rtlCol="0"/>
          <a:lstStyle/>
          <a:p>
            <a:pPr rtl="0"/>
            <a:r>
              <a:rPr lang="en-GB" noProof="0" dirty="0"/>
              <a:t>Annual Review</a:t>
            </a:r>
            <a:endParaRPr lang="en-GB" b="0" noProof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25D00C-8F5C-4528-87FA-F9431D96755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pPr rtl="0"/>
            <a:fld id="{294A09A9-5501-47C1-A89A-A340965A2BE2}" type="slidenum">
              <a:rPr lang="en-GB" noProof="0" smtClean="0"/>
              <a:pPr/>
              <a:t>‹#›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30737695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6" pos="3480" userDrawn="1">
          <p15:clr>
            <a:srgbClr val="FBAE40"/>
          </p15:clr>
        </p15:guide>
        <p15:guide id="7" orient="horz" pos="1440" userDrawn="1">
          <p15:clr>
            <a:srgbClr val="FBAE40"/>
          </p15:clr>
        </p15:guide>
        <p15:guide id="9" orient="horz" pos="1224" userDrawn="1">
          <p15:clr>
            <a:srgbClr val="FBAE40"/>
          </p15:clr>
        </p15:guide>
        <p15:guide id="10" orient="horz" pos="552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rea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icture Placeholder 2">
            <a:extLst>
              <a:ext uri="{FF2B5EF4-FFF2-40B4-BE49-F238E27FC236}">
                <a16:creationId xmlns:a16="http://schemas.microsoft.com/office/drawing/2014/main" id="{50E2385F-F6FA-D345-AF77-A9EE8E49310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1998" cy="6858000"/>
          </a:xfrm>
          <a:solidFill>
            <a:schemeClr val="accent2"/>
          </a:solidFill>
        </p:spPr>
        <p:txBody>
          <a:bodyPr rtlCol="0"/>
          <a:lstStyle/>
          <a:p>
            <a:pPr rtl="0"/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8D492973-78E3-D34E-835E-CF2D451701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3943" y="3045437"/>
            <a:ext cx="4941477" cy="610863"/>
          </a:xfrm>
          <a:prstGeom prst="rect">
            <a:avLst/>
          </a:prstGeom>
        </p:spPr>
        <p:txBody>
          <a:bodyPr lIns="0" tIns="0" rIns="0" bIns="0" rtlCol="0" anchor="b" anchorCtr="0">
            <a:normAutofit/>
          </a:bodyPr>
          <a:lstStyle>
            <a:lvl1pPr>
              <a:defRPr sz="4100" b="1" i="0" baseline="0">
                <a:solidFill>
                  <a:schemeClr val="tx1"/>
                </a:solidFill>
                <a:latin typeface="+mj-lt"/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 dirty="0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4BE3A3D6-A0AD-C84D-8B2A-743F5F95432E}"/>
              </a:ext>
            </a:extLst>
          </p:cNvPr>
          <p:cNvCxnSpPr>
            <a:cxnSpLocks/>
          </p:cNvCxnSpPr>
          <p:nvPr userDrawn="1"/>
        </p:nvCxnSpPr>
        <p:spPr>
          <a:xfrm>
            <a:off x="7154721" y="4003877"/>
            <a:ext cx="21336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22" name="Group 21">
            <a:extLst>
              <a:ext uri="{FF2B5EF4-FFF2-40B4-BE49-F238E27FC236}">
                <a16:creationId xmlns:a16="http://schemas.microsoft.com/office/drawing/2014/main" id="{F4CB38BE-0FF2-694C-AA3C-D73DBF7C332C}"/>
              </a:ext>
            </a:extLst>
          </p:cNvPr>
          <p:cNvGrpSpPr>
            <a:grpSpLocks/>
          </p:cNvGrpSpPr>
          <p:nvPr userDrawn="1"/>
        </p:nvGrpSpPr>
        <p:grpSpPr bwMode="auto">
          <a:xfrm rot="10800000">
            <a:off x="9509760" y="-3"/>
            <a:ext cx="2682238" cy="2682238"/>
            <a:chOff x="0" y="12289"/>
            <a:chExt cx="3550" cy="3551"/>
          </a:xfrm>
          <a:solidFill>
            <a:schemeClr val="tx1"/>
          </a:solidFill>
        </p:grpSpPr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F0257420-2EA0-6348-8B9E-1414F5297265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n-GB" noProof="0" dirty="0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7FE65C23-C0EF-BB41-884A-01C2A7356159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n-GB" noProof="0" dirty="0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F73F5EB6-53C7-D44C-9003-FB5A81F9890D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n-GB" noProof="0" dirty="0"/>
            </a:p>
          </p:txBody>
        </p:sp>
      </p:grpSp>
    </p:spTree>
    <p:extLst>
      <p:ext uri="{BB962C8B-B14F-4D97-AF65-F5344CB8AC3E}">
        <p14:creationId xmlns:p14="http://schemas.microsoft.com/office/powerpoint/2010/main" val="23578891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7104">
          <p15:clr>
            <a:srgbClr val="FBAE40"/>
          </p15:clr>
        </p15:guide>
        <p15:guide id="3" pos="4344" userDrawn="1">
          <p15:clr>
            <a:srgbClr val="FBAE40"/>
          </p15:clr>
        </p15:guide>
        <p15:guide id="4" pos="4560" userDrawn="1">
          <p15:clr>
            <a:srgbClr val="FBAE40"/>
          </p15:clr>
        </p15:guide>
        <p15:guide id="8" orient="horz" pos="1848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75992517-0394-6B43-B15D-2A86A34512F3}"/>
              </a:ext>
            </a:extLst>
          </p:cNvPr>
          <p:cNvSpPr>
            <a:spLocks noGrp="1"/>
          </p:cNvSpPr>
          <p:nvPr>
            <p:ph type="chart" sz="quarter" idx="10"/>
          </p:nvPr>
        </p:nvSpPr>
        <p:spPr>
          <a:xfrm>
            <a:off x="952500" y="1939108"/>
            <a:ext cx="10352810" cy="4110702"/>
          </a:xfrm>
        </p:spPr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en-US" noProof="0"/>
              <a:t>Click icon to add chart</a:t>
            </a:r>
            <a:endParaRPr lang="en-GB" noProof="0"/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023" y="879063"/>
            <a:ext cx="4941477" cy="610863"/>
          </a:xfrm>
          <a:prstGeom prst="rect">
            <a:avLst/>
          </a:prstGeom>
        </p:spPr>
        <p:txBody>
          <a:bodyPr lIns="0" tIns="0" rIns="0" bIns="0" rtlCol="0" anchor="b" anchorCtr="0">
            <a:norm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71012B1-809A-45CE-9FED-46D08DC8C42B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 rtlCol="0"/>
          <a:lstStyle/>
          <a:p>
            <a:pPr rtl="0"/>
            <a:fld id="{029ECAD1-3047-43DC-81B7-231597E81F19}" type="datetime3">
              <a:rPr lang="en-GB" noProof="0" smtClean="0">
                <a:latin typeface="+mn-lt"/>
              </a:rPr>
              <a:t>20 April, 2025</a:t>
            </a:fld>
            <a:endParaRPr lang="en-GB" noProof="0">
              <a:latin typeface="+mn-lt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FB6FA27-6601-4107-A3C9-808CB443024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pPr rtl="0"/>
            <a:r>
              <a:rPr lang="en-GB" noProof="0"/>
              <a:t>Annual Review</a:t>
            </a:r>
            <a:endParaRPr lang="en-GB" b="0" noProof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19432A-F8B5-4A96-AEE6-2E159658D5DD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 rtlCol="0"/>
          <a:lstStyle/>
          <a:p>
            <a:pPr rtl="0"/>
            <a:fld id="{294A09A9-5501-47C1-A89A-A340965A2BE2}" type="slidenum">
              <a:rPr lang="en-GB" noProof="0" smtClean="0"/>
              <a:pPr/>
              <a:t>‹#›</a:t>
            </a:fld>
            <a:endParaRPr lang="en-GB" noProof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0658628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 userDrawn="1">
          <p15:clr>
            <a:srgbClr val="FBAE40"/>
          </p15:clr>
        </p15:guide>
        <p15:guide id="3" pos="2880" userDrawn="1">
          <p15:clr>
            <a:srgbClr val="FBAE40"/>
          </p15:clr>
        </p15:guide>
        <p15:guide id="4" pos="5160" userDrawn="1">
          <p15:clr>
            <a:srgbClr val="FBAE40"/>
          </p15:clr>
        </p15:guide>
        <p15:guide id="5" pos="2520" userDrawn="1">
          <p15:clr>
            <a:srgbClr val="FBAE40"/>
          </p15:clr>
        </p15:guide>
        <p15:guide id="6" pos="4800" userDrawn="1">
          <p15:clr>
            <a:srgbClr val="FBAE40"/>
          </p15:clr>
        </p15:guide>
        <p15:guide id="7" orient="horz" pos="1224" userDrawn="1">
          <p15:clr>
            <a:srgbClr val="FBAE40"/>
          </p15:clr>
        </p15:guide>
        <p15:guide id="8" orient="horz" pos="1392" userDrawn="1">
          <p15:clr>
            <a:srgbClr val="FBAE40"/>
          </p15:clr>
        </p15:guide>
        <p15:guide id="10" orient="horz" pos="552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023" y="879063"/>
            <a:ext cx="4941477" cy="610863"/>
          </a:xfrm>
          <a:prstGeom prst="rect">
            <a:avLst/>
          </a:prstGeom>
        </p:spPr>
        <p:txBody>
          <a:bodyPr lIns="0" tIns="0" rIns="0" bIns="0" rtlCol="0" anchor="b" anchorCtr="0">
            <a:norm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9" name="Table Placeholder 2">
            <a:extLst>
              <a:ext uri="{FF2B5EF4-FFF2-40B4-BE49-F238E27FC236}">
                <a16:creationId xmlns:a16="http://schemas.microsoft.com/office/drawing/2014/main" id="{1506B022-475A-6647-98FF-D5C319A0C7C4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952500" y="2209800"/>
            <a:ext cx="10287000" cy="2593109"/>
          </a:xfrm>
        </p:spPr>
        <p:txBody>
          <a:bodyPr rtlCol="0"/>
          <a:lstStyle/>
          <a:p>
            <a:pPr rtl="0"/>
            <a:r>
              <a:rPr lang="en-US" noProof="0"/>
              <a:t>Click icon to add table</a:t>
            </a:r>
            <a:endParaRPr lang="en-GB" noProof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B2411D2-78FE-46C1-9EA9-C6A882903B53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 rtlCol="0"/>
          <a:lstStyle/>
          <a:p>
            <a:pPr rtl="0"/>
            <a:fld id="{1E6A16EE-7FBD-4E62-A186-69A1E1C8758D}" type="datetime3">
              <a:rPr lang="en-GB" noProof="0" smtClean="0">
                <a:latin typeface="+mn-lt"/>
              </a:rPr>
              <a:t>20 April, 2025</a:t>
            </a:fld>
            <a:endParaRPr lang="en-GB" noProof="0">
              <a:latin typeface="+mn-lt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04DAF8F-82DB-4DBE-9041-71217A4516C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pPr rtl="0"/>
            <a:r>
              <a:rPr lang="en-GB" noProof="0"/>
              <a:t>Annual Review</a:t>
            </a:r>
            <a:endParaRPr lang="en-GB" b="0" noProof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2F761B-6706-439D-9C75-43E751AB195C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 rtlCol="0"/>
          <a:lstStyle/>
          <a:p>
            <a:pPr rtl="0"/>
            <a:fld id="{294A09A9-5501-47C1-A89A-A340965A2BE2}" type="slidenum">
              <a:rPr lang="en-GB" noProof="0" smtClean="0"/>
              <a:pPr/>
              <a:t>‹#›</a:t>
            </a:fld>
            <a:endParaRPr lang="en-GB" noProof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4013107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A5C37098-CEB2-1E45-989B-3DD92F3B1A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022" y="2476500"/>
            <a:ext cx="7132320" cy="3289971"/>
          </a:xfrm>
          <a:prstGeom prst="rect">
            <a:avLst/>
          </a:prstGeom>
          <a:ln>
            <a:noFill/>
          </a:ln>
        </p:spPr>
        <p:txBody>
          <a:bodyPr lIns="0" tIns="0" rIns="0" bIns="0" rtlCol="0" anchor="t" anchorCtr="0">
            <a:normAutofit/>
          </a:bodyPr>
          <a:lstStyle>
            <a:lvl1pPr>
              <a:lnSpc>
                <a:spcPct val="100000"/>
              </a:lnSpc>
              <a:defRPr sz="2800" b="0" i="0">
                <a:solidFill>
                  <a:schemeClr val="bg1"/>
                </a:solidFill>
                <a:latin typeface="+mn-lt"/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902327D-DBD4-7A4E-ABF2-A946A559A8AD}"/>
              </a:ext>
            </a:extLst>
          </p:cNvPr>
          <p:cNvSpPr txBox="1"/>
          <p:nvPr userDrawn="1"/>
        </p:nvSpPr>
        <p:spPr>
          <a:xfrm>
            <a:off x="699948" y="548291"/>
            <a:ext cx="1589372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en-GB" sz="20000" b="1" noProof="0" dirty="0">
                <a:solidFill>
                  <a:schemeClr val="bg1"/>
                </a:solidFill>
              </a:rPr>
              <a:t>“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6ACB4ADD-D9F4-984E-B29D-A2CF6D19E810}"/>
              </a:ext>
            </a:extLst>
          </p:cNvPr>
          <p:cNvGrpSpPr/>
          <p:nvPr userDrawn="1"/>
        </p:nvGrpSpPr>
        <p:grpSpPr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19" name="AutoShape 24">
              <a:extLst>
                <a:ext uri="{FF2B5EF4-FFF2-40B4-BE49-F238E27FC236}">
                  <a16:creationId xmlns:a16="http://schemas.microsoft.com/office/drawing/2014/main" id="{5017C477-A988-7041-8A67-3D8294D6AD7C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2972" y="1"/>
              <a:ext cx="4408998" cy="3672246"/>
            </a:xfrm>
            <a:custGeom>
              <a:avLst/>
              <a:gdLst>
                <a:gd name="T0" fmla="+- 0 8372 6586"/>
                <a:gd name="T1" fmla="*/ T0 w 3578"/>
                <a:gd name="T2" fmla="*/ 591 h 2980"/>
                <a:gd name="T3" fmla="+- 0 7780 6586"/>
                <a:gd name="T4" fmla="*/ T3 w 3578"/>
                <a:gd name="T5" fmla="*/ 0 h 2980"/>
                <a:gd name="T6" fmla="+- 0 6586 6586"/>
                <a:gd name="T7" fmla="*/ T6 w 3578"/>
                <a:gd name="T8" fmla="*/ 0 h 2980"/>
                <a:gd name="T9" fmla="+- 0 7774 6586"/>
                <a:gd name="T10" fmla="*/ T9 w 3578"/>
                <a:gd name="T11" fmla="*/ 1188 h 2980"/>
                <a:gd name="T12" fmla="+- 0 8372 6586"/>
                <a:gd name="T13" fmla="*/ T12 w 3578"/>
                <a:gd name="T14" fmla="*/ 591 h 2980"/>
                <a:gd name="T15" fmla="+- 0 10163 6586"/>
                <a:gd name="T16" fmla="*/ T15 w 3578"/>
                <a:gd name="T17" fmla="*/ 2383 h 2980"/>
                <a:gd name="T18" fmla="+- 0 9566 6586"/>
                <a:gd name="T19" fmla="*/ T18 w 3578"/>
                <a:gd name="T20" fmla="*/ 1786 h 2980"/>
                <a:gd name="T21" fmla="+- 0 8969 6586"/>
                <a:gd name="T22" fmla="*/ T21 w 3578"/>
                <a:gd name="T23" fmla="*/ 2383 h 2980"/>
                <a:gd name="T24" fmla="+- 0 9566 6586"/>
                <a:gd name="T25" fmla="*/ T24 w 3578"/>
                <a:gd name="T26" fmla="*/ 2980 h 2980"/>
                <a:gd name="T27" fmla="+- 0 10163 6586"/>
                <a:gd name="T28" fmla="*/ T27 w 3578"/>
                <a:gd name="T29" fmla="*/ 2383 h 298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  <a:cxn ang="0">
                  <a:pos x="T13" y="T14"/>
                </a:cxn>
                <a:cxn ang="0">
                  <a:pos x="T16" y="T17"/>
                </a:cxn>
                <a:cxn ang="0">
                  <a:pos x="T19" y="T20"/>
                </a:cxn>
                <a:cxn ang="0">
                  <a:pos x="T22" y="T23"/>
                </a:cxn>
                <a:cxn ang="0">
                  <a:pos x="T25" y="T26"/>
                </a:cxn>
                <a:cxn ang="0">
                  <a:pos x="T28" y="T29"/>
                </a:cxn>
              </a:cxnLst>
              <a:rect l="0" t="0" r="r" b="b"/>
              <a:pathLst>
                <a:path w="3578" h="2980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n-GB" noProof="0" dirty="0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206D7F37-5DD1-A24E-9CCA-84B2A168554D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1233" y="1463970"/>
              <a:ext cx="2208196" cy="2208277"/>
            </a:xfrm>
            <a:custGeom>
              <a:avLst/>
              <a:gdLst>
                <a:gd name="T0" fmla="+- 0 7774 7177"/>
                <a:gd name="T1" fmla="*/ T0 w 1792"/>
                <a:gd name="T2" fmla="+- 0 1188 1188"/>
                <a:gd name="T3" fmla="*/ 1188 h 1792"/>
                <a:gd name="T4" fmla="+- 0 7177 7177"/>
                <a:gd name="T5" fmla="*/ T4 w 1792"/>
                <a:gd name="T6" fmla="+- 0 1786 1188"/>
                <a:gd name="T7" fmla="*/ 1786 h 1792"/>
                <a:gd name="T8" fmla="+- 0 8372 7177"/>
                <a:gd name="T9" fmla="*/ T8 w 1792"/>
                <a:gd name="T10" fmla="+- 0 2980 1188"/>
                <a:gd name="T11" fmla="*/ 2980 h 1792"/>
                <a:gd name="T12" fmla="+- 0 8969 7177"/>
                <a:gd name="T13" fmla="*/ T12 w 1792"/>
                <a:gd name="T14" fmla="+- 0 2383 1188"/>
                <a:gd name="T15" fmla="*/ 2383 h 1792"/>
                <a:gd name="T16" fmla="+- 0 7774 7177"/>
                <a:gd name="T17" fmla="*/ T16 w 1792"/>
                <a:gd name="T18" fmla="+- 0 1188 1188"/>
                <a:gd name="T19" fmla="*/ 1188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n-GB" noProof="0" dirty="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A6E321C8-096C-1B41-B14F-4CA7AE04BB16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5590" y="1"/>
              <a:ext cx="1457754" cy="729520"/>
            </a:xfrm>
            <a:custGeom>
              <a:avLst/>
              <a:gdLst>
                <a:gd name="T0" fmla="+- 0 10158 8975"/>
                <a:gd name="T1" fmla="*/ T0 w 1183"/>
                <a:gd name="T2" fmla="*/ 0 h 592"/>
                <a:gd name="T3" fmla="+- 0 8975 8975"/>
                <a:gd name="T4" fmla="*/ T3 w 1183"/>
                <a:gd name="T5" fmla="*/ 0 h 592"/>
                <a:gd name="T6" fmla="+- 0 9566 8975"/>
                <a:gd name="T7" fmla="*/ T6 w 1183"/>
                <a:gd name="T8" fmla="*/ 591 h 592"/>
                <a:gd name="T9" fmla="+- 0 10158 8975"/>
                <a:gd name="T10" fmla="*/ T9 w 1183"/>
                <a:gd name="T11" fmla="*/ 0 h 592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1183" h="592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n-GB" noProof="0" dirty="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32B3FDD4-EB13-F44F-99D0-BFAB06F00B3A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6887" y="728289"/>
              <a:ext cx="2208196" cy="2208277"/>
            </a:xfrm>
            <a:custGeom>
              <a:avLst/>
              <a:gdLst>
                <a:gd name="T0" fmla="+- 0 8372 7774"/>
                <a:gd name="T1" fmla="*/ T0 w 1792"/>
                <a:gd name="T2" fmla="+- 0 591 591"/>
                <a:gd name="T3" fmla="*/ 591 h 1792"/>
                <a:gd name="T4" fmla="+- 0 7774 7774"/>
                <a:gd name="T5" fmla="*/ T4 w 1792"/>
                <a:gd name="T6" fmla="+- 0 1188 591"/>
                <a:gd name="T7" fmla="*/ 1188 h 1792"/>
                <a:gd name="T8" fmla="+- 0 8969 7774"/>
                <a:gd name="T9" fmla="*/ T8 w 1792"/>
                <a:gd name="T10" fmla="+- 0 2383 591"/>
                <a:gd name="T11" fmla="*/ 2383 h 1792"/>
                <a:gd name="T12" fmla="+- 0 9566 7774"/>
                <a:gd name="T13" fmla="*/ T12 w 1792"/>
                <a:gd name="T14" fmla="+- 0 1786 591"/>
                <a:gd name="T15" fmla="*/ 1786 h 1792"/>
                <a:gd name="T16" fmla="+- 0 8372 7774"/>
                <a:gd name="T17" fmla="*/ T16 w 1792"/>
                <a:gd name="T18" fmla="+- 0 591 591"/>
                <a:gd name="T19" fmla="*/ 591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n-GB" noProof="0" dirty="0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A20BCBD2-A735-0C43-8C55-B384372AC62C}"/>
                </a:ext>
              </a:extLst>
            </p:cNvPr>
            <p:cNvSpPr>
              <a:spLocks/>
            </p:cNvSpPr>
            <p:nvPr/>
          </p:nvSpPr>
          <p:spPr bwMode="auto">
            <a:xfrm>
              <a:off x="9285083" y="728289"/>
              <a:ext cx="2943850" cy="2943958"/>
            </a:xfrm>
            <a:custGeom>
              <a:avLst/>
              <a:gdLst>
                <a:gd name="T0" fmla="+- 0 11955 9566"/>
                <a:gd name="T1" fmla="*/ T0 w 2389"/>
                <a:gd name="T2" fmla="+- 0 1786 591"/>
                <a:gd name="T3" fmla="*/ 1786 h 2389"/>
                <a:gd name="T4" fmla="+- 0 10760 9566"/>
                <a:gd name="T5" fmla="*/ T4 w 2389"/>
                <a:gd name="T6" fmla="+- 0 591 591"/>
                <a:gd name="T7" fmla="*/ 591 h 2389"/>
                <a:gd name="T8" fmla="+- 0 9566 9566"/>
                <a:gd name="T9" fmla="*/ T8 w 2389"/>
                <a:gd name="T10" fmla="+- 0 1786 591"/>
                <a:gd name="T11" fmla="*/ 1786 h 2389"/>
                <a:gd name="T12" fmla="+- 0 10760 9566"/>
                <a:gd name="T13" fmla="*/ T12 w 2389"/>
                <a:gd name="T14" fmla="+- 0 2980 591"/>
                <a:gd name="T15" fmla="*/ 2980 h 2389"/>
                <a:gd name="T16" fmla="+- 0 11955 9566"/>
                <a:gd name="T17" fmla="*/ T16 w 2389"/>
                <a:gd name="T18" fmla="+- 0 1786 591"/>
                <a:gd name="T19" fmla="*/ 1786 h 238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2389" h="2389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n-GB" noProof="0" dirty="0"/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669A90A7-BF26-684E-8C8B-638053DA1234}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861D8E86-886A-8744-BC4C-FE82B02438F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n-GB" noProof="0" dirty="0"/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2D967470-E96E-8843-AAD2-E0C8B807793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n-GB" noProof="0" dirty="0"/>
            </a:p>
          </p:txBody>
        </p:sp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C8A27D09-765D-3949-BCCA-238C3514D4CF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n-GB" noProof="0" dirty="0"/>
            </a:p>
          </p:txBody>
        </p:sp>
      </p:grpSp>
    </p:spTree>
    <p:extLst>
      <p:ext uri="{BB962C8B-B14F-4D97-AF65-F5344CB8AC3E}">
        <p14:creationId xmlns:p14="http://schemas.microsoft.com/office/powerpoint/2010/main" val="144782921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 userDrawn="1">
          <p15:clr>
            <a:srgbClr val="FBAE40"/>
          </p15:clr>
        </p15:guide>
        <p15:guide id="3" pos="2880" userDrawn="1">
          <p15:clr>
            <a:srgbClr val="FBAE40"/>
          </p15:clr>
        </p15:guide>
        <p15:guide id="4" pos="5160" userDrawn="1">
          <p15:clr>
            <a:srgbClr val="FBAE40"/>
          </p15:clr>
        </p15:guide>
        <p15:guide id="5" pos="2520" userDrawn="1">
          <p15:clr>
            <a:srgbClr val="FBAE40"/>
          </p15:clr>
        </p15:guide>
        <p15:guide id="6" pos="4800" userDrawn="1">
          <p15:clr>
            <a:srgbClr val="FBAE40"/>
          </p15:clr>
        </p15:guide>
        <p15:guide id="7" orient="horz" pos="1560">
          <p15:clr>
            <a:srgbClr val="FBAE40"/>
          </p15:clr>
        </p15:guide>
        <p15:guide id="8" orient="horz" pos="1752" userDrawn="1">
          <p15:clr>
            <a:srgbClr val="FBAE40"/>
          </p15:clr>
        </p15:guide>
        <p15:guide id="9" orient="horz" pos="1248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oup 24">
            <a:extLst>
              <a:ext uri="{FF2B5EF4-FFF2-40B4-BE49-F238E27FC236}">
                <a16:creationId xmlns:a16="http://schemas.microsoft.com/office/drawing/2014/main" id="{A7D9F21A-75CF-6045-8FA1-C4F4E21B699C}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AEA7E377-BB07-FA43-B532-10A92EE030B0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n-GB" noProof="0" dirty="0"/>
            </a:p>
          </p:txBody>
        </p:sp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F18DE645-B3D5-2F4E-AAD6-002FEF13A310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n-GB" noProof="0" dirty="0"/>
            </a:p>
          </p:txBody>
        </p:sp>
        <p:sp>
          <p:nvSpPr>
            <p:cNvPr id="36" name="Freeform 35">
              <a:extLst>
                <a:ext uri="{FF2B5EF4-FFF2-40B4-BE49-F238E27FC236}">
                  <a16:creationId xmlns:a16="http://schemas.microsoft.com/office/drawing/2014/main" id="{B90F6499-BA50-2340-A026-32C79B6BFAF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n-GB" noProof="0" dirty="0"/>
            </a:p>
          </p:txBody>
        </p:sp>
      </p:grpSp>
      <p:sp>
        <p:nvSpPr>
          <p:cNvPr id="38" name="Picture Placeholder 25">
            <a:extLst>
              <a:ext uri="{FF2B5EF4-FFF2-40B4-BE49-F238E27FC236}">
                <a16:creationId xmlns:a16="http://schemas.microsoft.com/office/drawing/2014/main" id="{2274C164-503B-E746-A155-849A9BC2406E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954268" y="2572883"/>
            <a:ext cx="2118245" cy="2037217"/>
          </a:xfrm>
          <a:prstGeom prst="rect">
            <a:avLst/>
          </a:prstGeom>
        </p:spPr>
        <p:txBody>
          <a:bodyPr rtlCol="0"/>
          <a:lstStyle/>
          <a:p>
            <a:pPr rtl="0"/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61" name="Title 1">
            <a:extLst>
              <a:ext uri="{FF2B5EF4-FFF2-40B4-BE49-F238E27FC236}">
                <a16:creationId xmlns:a16="http://schemas.microsoft.com/office/drawing/2014/main" id="{E2F20AFE-B282-5146-B0D6-F2FC1B6D30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022" y="879063"/>
            <a:ext cx="7532277" cy="610863"/>
          </a:xfrm>
          <a:prstGeom prst="rect">
            <a:avLst/>
          </a:prstGeom>
        </p:spPr>
        <p:txBody>
          <a:bodyPr lIns="0" tIns="0" rIns="0" bIns="0" rtlCol="0" anchor="b" anchorCtr="0">
            <a:norm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 dirty="0"/>
          </a:p>
        </p:txBody>
      </p: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F777D2F0-DE3F-8343-B97A-E7FA440532FD}"/>
              </a:ext>
            </a:extLst>
          </p:cNvPr>
          <p:cNvCxnSpPr>
            <a:cxnSpLocks/>
          </p:cNvCxnSpPr>
          <p:nvPr userDrawn="1"/>
        </p:nvCxnSpPr>
        <p:spPr>
          <a:xfrm>
            <a:off x="952500" y="1939108"/>
            <a:ext cx="2133600" cy="0"/>
          </a:xfrm>
          <a:prstGeom prst="line">
            <a:avLst/>
          </a:prstGeom>
          <a:ln w="1016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3" name="Picture Placeholder 25">
            <a:extLst>
              <a:ext uri="{FF2B5EF4-FFF2-40B4-BE49-F238E27FC236}">
                <a16:creationId xmlns:a16="http://schemas.microsoft.com/office/drawing/2014/main" id="{AF1B5ED8-33F6-FB44-AA92-F0D227BB310C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658280" y="2572883"/>
            <a:ext cx="2118245" cy="2037217"/>
          </a:xfrm>
          <a:prstGeom prst="rect">
            <a:avLst/>
          </a:prstGeom>
        </p:spPr>
        <p:txBody>
          <a:bodyPr rtlCol="0"/>
          <a:lstStyle/>
          <a:p>
            <a:pPr rtl="0"/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72" name="Text Placeholder 29">
            <a:extLst>
              <a:ext uri="{FF2B5EF4-FFF2-40B4-BE49-F238E27FC236}">
                <a16:creationId xmlns:a16="http://schemas.microsoft.com/office/drawing/2014/main" id="{0D824BDD-2D23-C943-8FE9-60B7B23B5EC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952500" y="5393169"/>
            <a:ext cx="2133600" cy="369332"/>
          </a:xfrm>
        </p:spPr>
        <p:txBody>
          <a:bodyPr lIns="0" tIns="0" rIns="0" bIns="0" rtlCol="0">
            <a:no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73" name="Text Placeholder 29">
            <a:extLst>
              <a:ext uri="{FF2B5EF4-FFF2-40B4-BE49-F238E27FC236}">
                <a16:creationId xmlns:a16="http://schemas.microsoft.com/office/drawing/2014/main" id="{2F3D441E-DFB1-084B-8192-C6CBECCA40B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52500" y="4986745"/>
            <a:ext cx="2133600" cy="205837"/>
          </a:xfrm>
        </p:spPr>
        <p:txBody>
          <a:bodyPr lIns="0" tIns="0" rIns="0" bIns="0" rtlCol="0">
            <a:noAutofit/>
          </a:bodyPr>
          <a:lstStyle>
            <a:lvl1pPr marL="0" indent="0">
              <a:spcBef>
                <a:spcPts val="400"/>
              </a:spcBef>
              <a:buNone/>
              <a:defRPr sz="1800" b="0" i="0" spc="0" baseline="0">
                <a:solidFill>
                  <a:schemeClr val="bg1"/>
                </a:solidFill>
                <a:latin typeface="+mj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74" name="Text Placeholder 29">
            <a:extLst>
              <a:ext uri="{FF2B5EF4-FFF2-40B4-BE49-F238E27FC236}">
                <a16:creationId xmlns:a16="http://schemas.microsoft.com/office/drawing/2014/main" id="{25797825-E7AE-2C41-A965-E6F0D70D974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663042" y="5393169"/>
            <a:ext cx="2128157" cy="369332"/>
          </a:xfrm>
        </p:spPr>
        <p:txBody>
          <a:bodyPr lIns="0" tIns="0" rIns="0" bIns="0" rtlCol="0">
            <a:no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75" name="Text Placeholder 29">
            <a:extLst>
              <a:ext uri="{FF2B5EF4-FFF2-40B4-BE49-F238E27FC236}">
                <a16:creationId xmlns:a16="http://schemas.microsoft.com/office/drawing/2014/main" id="{63C1927C-E23B-204E-9F3A-2A67D2BF702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663042" y="4986745"/>
            <a:ext cx="2128157" cy="205837"/>
          </a:xfrm>
        </p:spPr>
        <p:txBody>
          <a:bodyPr lIns="0" tIns="0" rIns="0" bIns="0" rtlCol="0">
            <a:noAutofit/>
          </a:bodyPr>
          <a:lstStyle>
            <a:lvl1pPr marL="0" indent="0">
              <a:spcBef>
                <a:spcPts val="400"/>
              </a:spcBef>
              <a:buNone/>
              <a:defRPr sz="1800" b="0" i="0" spc="0" baseline="0">
                <a:solidFill>
                  <a:schemeClr val="bg1"/>
                </a:solidFill>
                <a:latin typeface="+mj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76" name="Text Placeholder 29">
            <a:extLst>
              <a:ext uri="{FF2B5EF4-FFF2-40B4-BE49-F238E27FC236}">
                <a16:creationId xmlns:a16="http://schemas.microsoft.com/office/drawing/2014/main" id="{EC81F0F5-C204-7248-A336-A655814A8A3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367054" y="5393169"/>
            <a:ext cx="2129245" cy="369332"/>
          </a:xfrm>
        </p:spPr>
        <p:txBody>
          <a:bodyPr lIns="0" tIns="0" rIns="0" bIns="0" rtlCol="0">
            <a:no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77" name="Text Placeholder 29">
            <a:extLst>
              <a:ext uri="{FF2B5EF4-FFF2-40B4-BE49-F238E27FC236}">
                <a16:creationId xmlns:a16="http://schemas.microsoft.com/office/drawing/2014/main" id="{C9FEF82E-4E9C-8343-9D36-C4A00D7137CC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367054" y="4986745"/>
            <a:ext cx="2129245" cy="205837"/>
          </a:xfrm>
        </p:spPr>
        <p:txBody>
          <a:bodyPr lIns="0" tIns="0" rIns="0" bIns="0" rtlCol="0">
            <a:noAutofit/>
          </a:bodyPr>
          <a:lstStyle>
            <a:lvl1pPr marL="0" indent="0">
              <a:spcBef>
                <a:spcPts val="400"/>
              </a:spcBef>
              <a:buNone/>
              <a:defRPr sz="1800" b="0" i="0" spc="0" baseline="0">
                <a:solidFill>
                  <a:schemeClr val="bg1"/>
                </a:solidFill>
                <a:latin typeface="+mj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78" name="Text Placeholder 29">
            <a:extLst>
              <a:ext uri="{FF2B5EF4-FFF2-40B4-BE49-F238E27FC236}">
                <a16:creationId xmlns:a16="http://schemas.microsoft.com/office/drawing/2014/main" id="{F8AF6664-A005-7A42-9AEF-C5AA5603E49D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110254" y="5393169"/>
            <a:ext cx="2129245" cy="369332"/>
          </a:xfrm>
        </p:spPr>
        <p:txBody>
          <a:bodyPr lIns="0" tIns="0" rIns="0" bIns="0" rtlCol="0">
            <a:no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79" name="Text Placeholder 29">
            <a:extLst>
              <a:ext uri="{FF2B5EF4-FFF2-40B4-BE49-F238E27FC236}">
                <a16:creationId xmlns:a16="http://schemas.microsoft.com/office/drawing/2014/main" id="{5F6C1E52-E2B6-5F45-A863-5BB35ABAFCD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9110254" y="4986745"/>
            <a:ext cx="2129245" cy="205837"/>
          </a:xfrm>
        </p:spPr>
        <p:txBody>
          <a:bodyPr lIns="0" tIns="0" rIns="0" bIns="0" rtlCol="0">
            <a:noAutofit/>
          </a:bodyPr>
          <a:lstStyle>
            <a:lvl1pPr marL="0" indent="0">
              <a:spcBef>
                <a:spcPts val="400"/>
              </a:spcBef>
              <a:buNone/>
              <a:defRPr sz="1800" b="0" i="0" spc="0" baseline="0">
                <a:solidFill>
                  <a:schemeClr val="bg1"/>
                </a:solidFill>
                <a:latin typeface="+mj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EFD0B2D5-B3C2-D847-A220-86CB6A37E418}"/>
              </a:ext>
            </a:extLst>
          </p:cNvPr>
          <p:cNvGrpSpPr/>
          <p:nvPr userDrawn="1"/>
        </p:nvGrpSpPr>
        <p:grpSpPr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28" name="AutoShape 24">
              <a:extLst>
                <a:ext uri="{FF2B5EF4-FFF2-40B4-BE49-F238E27FC236}">
                  <a16:creationId xmlns:a16="http://schemas.microsoft.com/office/drawing/2014/main" id="{A7FD25A4-760F-814C-915F-DD6E89CA3A40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2972" y="1"/>
              <a:ext cx="4408998" cy="3672246"/>
            </a:xfrm>
            <a:custGeom>
              <a:avLst/>
              <a:gdLst>
                <a:gd name="T0" fmla="+- 0 8372 6586"/>
                <a:gd name="T1" fmla="*/ T0 w 3578"/>
                <a:gd name="T2" fmla="*/ 591 h 2980"/>
                <a:gd name="T3" fmla="+- 0 7780 6586"/>
                <a:gd name="T4" fmla="*/ T3 w 3578"/>
                <a:gd name="T5" fmla="*/ 0 h 2980"/>
                <a:gd name="T6" fmla="+- 0 6586 6586"/>
                <a:gd name="T7" fmla="*/ T6 w 3578"/>
                <a:gd name="T8" fmla="*/ 0 h 2980"/>
                <a:gd name="T9" fmla="+- 0 7774 6586"/>
                <a:gd name="T10" fmla="*/ T9 w 3578"/>
                <a:gd name="T11" fmla="*/ 1188 h 2980"/>
                <a:gd name="T12" fmla="+- 0 8372 6586"/>
                <a:gd name="T13" fmla="*/ T12 w 3578"/>
                <a:gd name="T14" fmla="*/ 591 h 2980"/>
                <a:gd name="T15" fmla="+- 0 10163 6586"/>
                <a:gd name="T16" fmla="*/ T15 w 3578"/>
                <a:gd name="T17" fmla="*/ 2383 h 2980"/>
                <a:gd name="T18" fmla="+- 0 9566 6586"/>
                <a:gd name="T19" fmla="*/ T18 w 3578"/>
                <a:gd name="T20" fmla="*/ 1786 h 2980"/>
                <a:gd name="T21" fmla="+- 0 8969 6586"/>
                <a:gd name="T22" fmla="*/ T21 w 3578"/>
                <a:gd name="T23" fmla="*/ 2383 h 2980"/>
                <a:gd name="T24" fmla="+- 0 9566 6586"/>
                <a:gd name="T25" fmla="*/ T24 w 3578"/>
                <a:gd name="T26" fmla="*/ 2980 h 2980"/>
                <a:gd name="T27" fmla="+- 0 10163 6586"/>
                <a:gd name="T28" fmla="*/ T27 w 3578"/>
                <a:gd name="T29" fmla="*/ 2383 h 298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  <a:cxn ang="0">
                  <a:pos x="T13" y="T14"/>
                </a:cxn>
                <a:cxn ang="0">
                  <a:pos x="T16" y="T17"/>
                </a:cxn>
                <a:cxn ang="0">
                  <a:pos x="T19" y="T20"/>
                </a:cxn>
                <a:cxn ang="0">
                  <a:pos x="T22" y="T23"/>
                </a:cxn>
                <a:cxn ang="0">
                  <a:pos x="T25" y="T26"/>
                </a:cxn>
                <a:cxn ang="0">
                  <a:pos x="T28" y="T29"/>
                </a:cxn>
              </a:cxnLst>
              <a:rect l="0" t="0" r="r" b="b"/>
              <a:pathLst>
                <a:path w="3578" h="2980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n-GB" noProof="0" dirty="0"/>
            </a:p>
          </p:txBody>
        </p:sp>
        <p:sp>
          <p:nvSpPr>
            <p:cNvPr id="29" name="Freeform 28">
              <a:extLst>
                <a:ext uri="{FF2B5EF4-FFF2-40B4-BE49-F238E27FC236}">
                  <a16:creationId xmlns:a16="http://schemas.microsoft.com/office/drawing/2014/main" id="{A0CC8369-E81F-D447-87D8-1AF0C58EAC07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1233" y="1463970"/>
              <a:ext cx="2208196" cy="2208277"/>
            </a:xfrm>
            <a:custGeom>
              <a:avLst/>
              <a:gdLst>
                <a:gd name="T0" fmla="+- 0 7774 7177"/>
                <a:gd name="T1" fmla="*/ T0 w 1792"/>
                <a:gd name="T2" fmla="+- 0 1188 1188"/>
                <a:gd name="T3" fmla="*/ 1188 h 1792"/>
                <a:gd name="T4" fmla="+- 0 7177 7177"/>
                <a:gd name="T5" fmla="*/ T4 w 1792"/>
                <a:gd name="T6" fmla="+- 0 1786 1188"/>
                <a:gd name="T7" fmla="*/ 1786 h 1792"/>
                <a:gd name="T8" fmla="+- 0 8372 7177"/>
                <a:gd name="T9" fmla="*/ T8 w 1792"/>
                <a:gd name="T10" fmla="+- 0 2980 1188"/>
                <a:gd name="T11" fmla="*/ 2980 h 1792"/>
                <a:gd name="T12" fmla="+- 0 8969 7177"/>
                <a:gd name="T13" fmla="*/ T12 w 1792"/>
                <a:gd name="T14" fmla="+- 0 2383 1188"/>
                <a:gd name="T15" fmla="*/ 2383 h 1792"/>
                <a:gd name="T16" fmla="+- 0 7774 7177"/>
                <a:gd name="T17" fmla="*/ T16 w 1792"/>
                <a:gd name="T18" fmla="+- 0 1188 1188"/>
                <a:gd name="T19" fmla="*/ 1188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n-GB" noProof="0" dirty="0"/>
            </a:p>
          </p:txBody>
        </p:sp>
        <p:sp>
          <p:nvSpPr>
            <p:cNvPr id="30" name="Freeform 29">
              <a:extLst>
                <a:ext uri="{FF2B5EF4-FFF2-40B4-BE49-F238E27FC236}">
                  <a16:creationId xmlns:a16="http://schemas.microsoft.com/office/drawing/2014/main" id="{C41CA81E-EF54-D048-8775-CD4AB37A7DF6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5590" y="1"/>
              <a:ext cx="1457754" cy="729520"/>
            </a:xfrm>
            <a:custGeom>
              <a:avLst/>
              <a:gdLst>
                <a:gd name="T0" fmla="+- 0 10158 8975"/>
                <a:gd name="T1" fmla="*/ T0 w 1183"/>
                <a:gd name="T2" fmla="*/ 0 h 592"/>
                <a:gd name="T3" fmla="+- 0 8975 8975"/>
                <a:gd name="T4" fmla="*/ T3 w 1183"/>
                <a:gd name="T5" fmla="*/ 0 h 592"/>
                <a:gd name="T6" fmla="+- 0 9566 8975"/>
                <a:gd name="T7" fmla="*/ T6 w 1183"/>
                <a:gd name="T8" fmla="*/ 591 h 592"/>
                <a:gd name="T9" fmla="+- 0 10158 8975"/>
                <a:gd name="T10" fmla="*/ T9 w 1183"/>
                <a:gd name="T11" fmla="*/ 0 h 592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1183" h="592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n-GB" noProof="0" dirty="0"/>
            </a:p>
          </p:txBody>
        </p:sp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D95A4B85-923E-B641-B239-2A1999AB294B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6887" y="728289"/>
              <a:ext cx="2208196" cy="2208277"/>
            </a:xfrm>
            <a:custGeom>
              <a:avLst/>
              <a:gdLst>
                <a:gd name="T0" fmla="+- 0 8372 7774"/>
                <a:gd name="T1" fmla="*/ T0 w 1792"/>
                <a:gd name="T2" fmla="+- 0 591 591"/>
                <a:gd name="T3" fmla="*/ 591 h 1792"/>
                <a:gd name="T4" fmla="+- 0 7774 7774"/>
                <a:gd name="T5" fmla="*/ T4 w 1792"/>
                <a:gd name="T6" fmla="+- 0 1188 591"/>
                <a:gd name="T7" fmla="*/ 1188 h 1792"/>
                <a:gd name="T8" fmla="+- 0 8969 7774"/>
                <a:gd name="T9" fmla="*/ T8 w 1792"/>
                <a:gd name="T10" fmla="+- 0 2383 591"/>
                <a:gd name="T11" fmla="*/ 2383 h 1792"/>
                <a:gd name="T12" fmla="+- 0 9566 7774"/>
                <a:gd name="T13" fmla="*/ T12 w 1792"/>
                <a:gd name="T14" fmla="+- 0 1786 591"/>
                <a:gd name="T15" fmla="*/ 1786 h 1792"/>
                <a:gd name="T16" fmla="+- 0 8372 7774"/>
                <a:gd name="T17" fmla="*/ T16 w 1792"/>
                <a:gd name="T18" fmla="+- 0 591 591"/>
                <a:gd name="T19" fmla="*/ 591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n-GB" noProof="0" dirty="0"/>
            </a:p>
          </p:txBody>
        </p:sp>
        <p:sp>
          <p:nvSpPr>
            <p:cNvPr id="32" name="Freeform 31">
              <a:extLst>
                <a:ext uri="{FF2B5EF4-FFF2-40B4-BE49-F238E27FC236}">
                  <a16:creationId xmlns:a16="http://schemas.microsoft.com/office/drawing/2014/main" id="{501386DC-76EB-F34E-AD0E-22957D3B38D5}"/>
                </a:ext>
              </a:extLst>
            </p:cNvPr>
            <p:cNvSpPr>
              <a:spLocks/>
            </p:cNvSpPr>
            <p:nvPr/>
          </p:nvSpPr>
          <p:spPr bwMode="auto">
            <a:xfrm>
              <a:off x="9285083" y="728289"/>
              <a:ext cx="2943850" cy="2943958"/>
            </a:xfrm>
            <a:custGeom>
              <a:avLst/>
              <a:gdLst>
                <a:gd name="T0" fmla="+- 0 11955 9566"/>
                <a:gd name="T1" fmla="*/ T0 w 2389"/>
                <a:gd name="T2" fmla="+- 0 1786 591"/>
                <a:gd name="T3" fmla="*/ 1786 h 2389"/>
                <a:gd name="T4" fmla="+- 0 10760 9566"/>
                <a:gd name="T5" fmla="*/ T4 w 2389"/>
                <a:gd name="T6" fmla="+- 0 591 591"/>
                <a:gd name="T7" fmla="*/ 591 h 2389"/>
                <a:gd name="T8" fmla="+- 0 9566 9566"/>
                <a:gd name="T9" fmla="*/ T8 w 2389"/>
                <a:gd name="T10" fmla="+- 0 1786 591"/>
                <a:gd name="T11" fmla="*/ 1786 h 2389"/>
                <a:gd name="T12" fmla="+- 0 10760 9566"/>
                <a:gd name="T13" fmla="*/ T12 w 2389"/>
                <a:gd name="T14" fmla="+- 0 2980 591"/>
                <a:gd name="T15" fmla="*/ 2980 h 2389"/>
                <a:gd name="T16" fmla="+- 0 11955 9566"/>
                <a:gd name="T17" fmla="*/ T16 w 2389"/>
                <a:gd name="T18" fmla="+- 0 1786 591"/>
                <a:gd name="T19" fmla="*/ 1786 h 238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2389" h="2389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n-GB" noProof="0" dirty="0"/>
            </a:p>
          </p:txBody>
        </p:sp>
      </p:grpSp>
      <p:sp>
        <p:nvSpPr>
          <p:cNvPr id="66" name="Picture Placeholder 25">
            <a:extLst>
              <a:ext uri="{FF2B5EF4-FFF2-40B4-BE49-F238E27FC236}">
                <a16:creationId xmlns:a16="http://schemas.microsoft.com/office/drawing/2014/main" id="{2D21D633-C51E-E94E-BAE3-96F52F76E496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6362292" y="2572883"/>
            <a:ext cx="2118245" cy="2037217"/>
          </a:xfrm>
          <a:prstGeom prst="rect">
            <a:avLst/>
          </a:prstGeom>
        </p:spPr>
        <p:txBody>
          <a:bodyPr rtlCol="0"/>
          <a:lstStyle/>
          <a:p>
            <a:pPr rtl="0"/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69" name="Picture Placeholder 25">
            <a:extLst>
              <a:ext uri="{FF2B5EF4-FFF2-40B4-BE49-F238E27FC236}">
                <a16:creationId xmlns:a16="http://schemas.microsoft.com/office/drawing/2014/main" id="{639EFA5A-9C69-DF4D-81B7-FA1F8CCCF934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9112023" y="2572883"/>
            <a:ext cx="2118245" cy="2037217"/>
          </a:xfrm>
          <a:prstGeom prst="rect">
            <a:avLst/>
          </a:prstGeom>
        </p:spPr>
        <p:txBody>
          <a:bodyPr rtlCol="0"/>
          <a:lstStyle/>
          <a:p>
            <a:pPr rtl="0"/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ED89364-B1CB-4E72-A6BB-95A34B50661C}"/>
              </a:ext>
            </a:extLst>
          </p:cNvPr>
          <p:cNvSpPr>
            <a:spLocks noGrp="1"/>
          </p:cNvSpPr>
          <p:nvPr>
            <p:ph type="dt" sz="half" idx="32"/>
          </p:nvPr>
        </p:nvSpPr>
        <p:spPr/>
        <p:txBody>
          <a:bodyPr rtlCol="0"/>
          <a:lstStyle/>
          <a:p>
            <a:pPr rtl="0"/>
            <a:fld id="{D21FA074-9295-430E-9633-F682F8C96958}" type="datetime3">
              <a:rPr lang="en-GB" noProof="0" smtClean="0">
                <a:latin typeface="+mn-lt"/>
              </a:rPr>
              <a:t>20 April, 2025</a:t>
            </a:fld>
            <a:endParaRPr lang="en-GB" noProof="0" dirty="0">
              <a:latin typeface="+mn-lt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E09328F-B310-4BF3-883E-BA9A39676AF2}"/>
              </a:ext>
            </a:extLst>
          </p:cNvPr>
          <p:cNvSpPr>
            <a:spLocks noGrp="1"/>
          </p:cNvSpPr>
          <p:nvPr>
            <p:ph type="ftr" sz="quarter" idx="33"/>
          </p:nvPr>
        </p:nvSpPr>
        <p:spPr/>
        <p:txBody>
          <a:bodyPr rtlCol="0"/>
          <a:lstStyle/>
          <a:p>
            <a:pPr rtl="0"/>
            <a:r>
              <a:rPr lang="en-GB" noProof="0" dirty="0"/>
              <a:t>Annual Review</a:t>
            </a:r>
            <a:endParaRPr lang="en-GB" b="0" noProof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192EF2-9336-43EF-A365-1F54000F7DE9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/>
        <p:txBody>
          <a:bodyPr rtlCol="0"/>
          <a:lstStyle/>
          <a:p>
            <a:pPr rtl="0"/>
            <a:fld id="{294A09A9-5501-47C1-A89A-A340965A2BE2}" type="slidenum">
              <a:rPr lang="en-GB" noProof="0" smtClean="0"/>
              <a:pPr/>
              <a:t>‹#›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99636246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 userDrawn="1">
          <p15:clr>
            <a:srgbClr val="FBAE40"/>
          </p15:clr>
        </p15:guide>
        <p15:guide id="3" pos="2304" userDrawn="1">
          <p15:clr>
            <a:srgbClr val="FBAE40"/>
          </p15:clr>
        </p15:guide>
        <p15:guide id="4" pos="4008" userDrawn="1">
          <p15:clr>
            <a:srgbClr val="FBAE40"/>
          </p15:clr>
        </p15:guide>
        <p15:guide id="5" pos="1944" userDrawn="1">
          <p15:clr>
            <a:srgbClr val="FBAE40"/>
          </p15:clr>
        </p15:guide>
        <p15:guide id="6" pos="3648" userDrawn="1">
          <p15:clr>
            <a:srgbClr val="FBAE40"/>
          </p15:clr>
        </p15:guide>
        <p15:guide id="7" orient="horz" pos="1392" userDrawn="1">
          <p15:clr>
            <a:srgbClr val="FBAE40"/>
          </p15:clr>
        </p15:guide>
        <p15:guide id="8" orient="horz" pos="552" userDrawn="1">
          <p15:clr>
            <a:srgbClr val="FBAE40"/>
          </p15:clr>
        </p15:guide>
        <p15:guide id="9" orient="horz" pos="1224" userDrawn="1">
          <p15:clr>
            <a:srgbClr val="FBAE40"/>
          </p15:clr>
        </p15:guide>
        <p15:guide id="10" pos="5352" userDrawn="1">
          <p15:clr>
            <a:srgbClr val="FBAE40"/>
          </p15:clr>
        </p15:guide>
        <p15:guide id="11" pos="5736" userDrawn="1">
          <p15:clr>
            <a:srgbClr val="FBAE40"/>
          </p15:clr>
        </p15:guide>
        <p15:guide id="12" orient="horz" pos="2904" userDrawn="1">
          <p15:clr>
            <a:srgbClr val="FBAE40"/>
          </p15:clr>
        </p15:guide>
        <p15:guide id="13" orient="horz" pos="1608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040046AF-E5BF-854D-9986-7C3019770FE7}"/>
              </a:ext>
            </a:extLst>
          </p:cNvPr>
          <p:cNvCxnSpPr>
            <a:cxnSpLocks/>
          </p:cNvCxnSpPr>
          <p:nvPr userDrawn="1"/>
        </p:nvCxnSpPr>
        <p:spPr>
          <a:xfrm flipH="1">
            <a:off x="1045959" y="2213783"/>
            <a:ext cx="2136" cy="1828800"/>
          </a:xfrm>
          <a:prstGeom prst="line">
            <a:avLst/>
          </a:prstGeom>
          <a:ln w="1651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76CA14A6-0144-BC49-A8D4-C979D13258C0}"/>
              </a:ext>
            </a:extLst>
          </p:cNvPr>
          <p:cNvCxnSpPr>
            <a:cxnSpLocks/>
          </p:cNvCxnSpPr>
          <p:nvPr userDrawn="1"/>
        </p:nvCxnSpPr>
        <p:spPr>
          <a:xfrm flipH="1">
            <a:off x="6180493" y="2213783"/>
            <a:ext cx="11102" cy="1828800"/>
          </a:xfrm>
          <a:prstGeom prst="line">
            <a:avLst/>
          </a:prstGeom>
          <a:ln w="1651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FA582FC2-A135-5743-B9C0-6AC7225B42E1}"/>
              </a:ext>
            </a:extLst>
          </p:cNvPr>
          <p:cNvCxnSpPr>
            <a:cxnSpLocks/>
          </p:cNvCxnSpPr>
          <p:nvPr userDrawn="1"/>
        </p:nvCxnSpPr>
        <p:spPr>
          <a:xfrm flipH="1">
            <a:off x="8745623" y="3904712"/>
            <a:ext cx="2136" cy="1828800"/>
          </a:xfrm>
          <a:prstGeom prst="line">
            <a:avLst/>
          </a:prstGeom>
          <a:ln w="1651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77C43222-5868-0247-838F-58F4F6C8EE75}"/>
              </a:ext>
            </a:extLst>
          </p:cNvPr>
          <p:cNvCxnSpPr>
            <a:cxnSpLocks/>
          </p:cNvCxnSpPr>
          <p:nvPr userDrawn="1"/>
        </p:nvCxnSpPr>
        <p:spPr>
          <a:xfrm flipH="1">
            <a:off x="3611089" y="3895941"/>
            <a:ext cx="2136" cy="1828800"/>
          </a:xfrm>
          <a:prstGeom prst="line">
            <a:avLst/>
          </a:prstGeom>
          <a:ln w="1651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itle 1">
            <a:extLst>
              <a:ext uri="{FF2B5EF4-FFF2-40B4-BE49-F238E27FC236}">
                <a16:creationId xmlns:a16="http://schemas.microsoft.com/office/drawing/2014/main" id="{46EEE005-F78A-9D4F-B159-964376C387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023" y="879063"/>
            <a:ext cx="4941477" cy="610863"/>
          </a:xfrm>
          <a:prstGeom prst="rect">
            <a:avLst/>
          </a:prstGeom>
        </p:spPr>
        <p:txBody>
          <a:bodyPr lIns="0" tIns="0" rIns="0" bIns="0" rtlCol="0" anchor="b" anchorCtr="0">
            <a:norm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96" name="Text Placeholder 29">
            <a:extLst>
              <a:ext uri="{FF2B5EF4-FFF2-40B4-BE49-F238E27FC236}">
                <a16:creationId xmlns:a16="http://schemas.microsoft.com/office/drawing/2014/main" id="{FC61536F-8EA7-5A48-AF76-8B0E251BD8C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96955" y="2934856"/>
            <a:ext cx="2133600" cy="369332"/>
          </a:xfrm>
          <a:ln>
            <a:noFill/>
          </a:ln>
        </p:spPr>
        <p:txBody>
          <a:bodyPr lIns="0" tIns="0" rIns="0" bIns="0" rtlCol="0">
            <a:no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97" name="Text Placeholder 29">
            <a:extLst>
              <a:ext uri="{FF2B5EF4-FFF2-40B4-BE49-F238E27FC236}">
                <a16:creationId xmlns:a16="http://schemas.microsoft.com/office/drawing/2014/main" id="{64FFD994-BD97-ED49-8607-286ECBB1CDA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96955" y="2568686"/>
            <a:ext cx="2133600" cy="205837"/>
          </a:xfrm>
          <a:ln>
            <a:noFill/>
          </a:ln>
        </p:spPr>
        <p:txBody>
          <a:bodyPr lIns="0" tIns="0" rIns="0" bIns="0" rtlCol="0">
            <a:noAutofit/>
          </a:bodyPr>
          <a:lstStyle>
            <a:lvl1pPr marL="0" indent="0">
              <a:spcBef>
                <a:spcPts val="400"/>
              </a:spcBef>
              <a:buNone/>
              <a:defRPr sz="1800" b="0" i="0" spc="0" baseline="0">
                <a:solidFill>
                  <a:schemeClr val="bg1"/>
                </a:solidFill>
                <a:latin typeface="+mj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102" name="Text Placeholder 29">
            <a:extLst>
              <a:ext uri="{FF2B5EF4-FFF2-40B4-BE49-F238E27FC236}">
                <a16:creationId xmlns:a16="http://schemas.microsoft.com/office/drawing/2014/main" id="{D1ADE805-BFBC-ED47-B9CB-6CB2FF02E868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3897799" y="5087328"/>
            <a:ext cx="2133600" cy="369332"/>
          </a:xfrm>
          <a:ln>
            <a:noFill/>
          </a:ln>
        </p:spPr>
        <p:txBody>
          <a:bodyPr lIns="0" tIns="0" rIns="0" bIns="0" rtlCol="0">
            <a:no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103" name="Text Placeholder 29">
            <a:extLst>
              <a:ext uri="{FF2B5EF4-FFF2-40B4-BE49-F238E27FC236}">
                <a16:creationId xmlns:a16="http://schemas.microsoft.com/office/drawing/2014/main" id="{334A3589-641F-F547-891B-149579153B7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897799" y="4701908"/>
            <a:ext cx="2133600" cy="205837"/>
          </a:xfrm>
          <a:ln>
            <a:noFill/>
          </a:ln>
        </p:spPr>
        <p:txBody>
          <a:bodyPr vert="horz" lIns="0" tIns="0" rIns="0" bIns="0" rtlCol="0">
            <a:noAutofit/>
          </a:bodyPr>
          <a:lstStyle>
            <a:lvl1pPr marL="0" indent="0">
              <a:spcBef>
                <a:spcPts val="400"/>
              </a:spcBef>
              <a:buNone/>
              <a:defRPr lang="en-US" sz="1800" spc="0" baseline="0" dirty="0">
                <a:latin typeface="+mj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marL="0" lvl="0" indent="0" rtl="0">
              <a:spcBef>
                <a:spcPts val="400"/>
              </a:spcBef>
              <a:buNone/>
            </a:pPr>
            <a:r>
              <a:rPr lang="en-US" noProof="0"/>
              <a:t>Click to edit Master text styles</a:t>
            </a:r>
          </a:p>
        </p:txBody>
      </p:sp>
      <p:sp>
        <p:nvSpPr>
          <p:cNvPr id="106" name="Text Placeholder 29">
            <a:extLst>
              <a:ext uri="{FF2B5EF4-FFF2-40B4-BE49-F238E27FC236}">
                <a16:creationId xmlns:a16="http://schemas.microsoft.com/office/drawing/2014/main" id="{A63F8454-D12E-A641-ABD0-8977D3F5EC0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9001711" y="5087328"/>
            <a:ext cx="2133600" cy="369332"/>
          </a:xfrm>
          <a:ln>
            <a:noFill/>
          </a:ln>
        </p:spPr>
        <p:txBody>
          <a:bodyPr lIns="0" tIns="0" rIns="0" bIns="0" rtlCol="0">
            <a:no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107" name="Text Placeholder 29">
            <a:extLst>
              <a:ext uri="{FF2B5EF4-FFF2-40B4-BE49-F238E27FC236}">
                <a16:creationId xmlns:a16="http://schemas.microsoft.com/office/drawing/2014/main" id="{F35AA15D-DBAD-9840-8764-A5B6D486A234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9001711" y="4701908"/>
            <a:ext cx="2133600" cy="205837"/>
          </a:xfrm>
          <a:ln>
            <a:noFill/>
          </a:ln>
        </p:spPr>
        <p:txBody>
          <a:bodyPr vert="horz" lIns="0" tIns="0" rIns="0" bIns="0" rtlCol="0">
            <a:noAutofit/>
          </a:bodyPr>
          <a:lstStyle>
            <a:lvl1pPr marL="0" indent="0">
              <a:spcBef>
                <a:spcPts val="400"/>
              </a:spcBef>
              <a:buNone/>
              <a:defRPr lang="en-US" sz="1800" spc="0" baseline="0" dirty="0">
                <a:latin typeface="+mj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marL="0" lvl="0" indent="0" rtl="0">
              <a:spcBef>
                <a:spcPts val="400"/>
              </a:spcBef>
              <a:buNone/>
            </a:pPr>
            <a:r>
              <a:rPr lang="en-US" noProof="0"/>
              <a:t>Click to edit Master text styles</a:t>
            </a:r>
          </a:p>
        </p:txBody>
      </p:sp>
      <p:sp>
        <p:nvSpPr>
          <p:cNvPr id="108" name="Text Placeholder 29">
            <a:extLst>
              <a:ext uri="{FF2B5EF4-FFF2-40B4-BE49-F238E27FC236}">
                <a16:creationId xmlns:a16="http://schemas.microsoft.com/office/drawing/2014/main" id="{8357CA0F-1A55-B145-8305-562F0DF22543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438143" y="2934856"/>
            <a:ext cx="2133600" cy="369332"/>
          </a:xfrm>
          <a:ln>
            <a:noFill/>
          </a:ln>
        </p:spPr>
        <p:txBody>
          <a:bodyPr lIns="0" tIns="0" rIns="0" bIns="0" rtlCol="0">
            <a:no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109" name="Text Placeholder 29">
            <a:extLst>
              <a:ext uri="{FF2B5EF4-FFF2-40B4-BE49-F238E27FC236}">
                <a16:creationId xmlns:a16="http://schemas.microsoft.com/office/drawing/2014/main" id="{D6C49F6F-AF28-8942-8442-8F54A1DC388B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6438143" y="2568686"/>
            <a:ext cx="2133600" cy="205837"/>
          </a:xfrm>
          <a:ln>
            <a:noFill/>
          </a:ln>
        </p:spPr>
        <p:txBody>
          <a:bodyPr lIns="0" tIns="0" rIns="0" bIns="0" rtlCol="0">
            <a:noAutofit/>
          </a:bodyPr>
          <a:lstStyle>
            <a:lvl1pPr marL="0" indent="0">
              <a:spcBef>
                <a:spcPts val="400"/>
              </a:spcBef>
              <a:buNone/>
              <a:defRPr sz="1800" b="0" i="0" spc="0" baseline="0">
                <a:solidFill>
                  <a:schemeClr val="bg1"/>
                </a:solidFill>
                <a:latin typeface="+mj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CE2724A-BCA1-604F-9D18-BF05746408C2}"/>
              </a:ext>
            </a:extLst>
          </p:cNvPr>
          <p:cNvCxnSpPr/>
          <p:nvPr userDrawn="1"/>
        </p:nvCxnSpPr>
        <p:spPr>
          <a:xfrm>
            <a:off x="967689" y="3968780"/>
            <a:ext cx="10275477" cy="0"/>
          </a:xfrm>
          <a:prstGeom prst="line">
            <a:avLst/>
          </a:prstGeom>
          <a:ln w="1651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Rectangle 43">
            <a:extLst>
              <a:ext uri="{FF2B5EF4-FFF2-40B4-BE49-F238E27FC236}">
                <a16:creationId xmlns:a16="http://schemas.microsoft.com/office/drawing/2014/main" id="{4923D7D1-A9CC-C34C-86FF-43B5C8978712}"/>
              </a:ext>
            </a:extLst>
          </p:cNvPr>
          <p:cNvSpPr/>
          <p:nvPr userDrawn="1"/>
        </p:nvSpPr>
        <p:spPr>
          <a:xfrm>
            <a:off x="964323" y="3883241"/>
            <a:ext cx="163271" cy="16327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6119FF13-13AB-3448-B24E-58E18B3CE2B6}"/>
              </a:ext>
            </a:extLst>
          </p:cNvPr>
          <p:cNvSpPr/>
          <p:nvPr userDrawn="1"/>
        </p:nvSpPr>
        <p:spPr>
          <a:xfrm>
            <a:off x="3531590" y="3892012"/>
            <a:ext cx="163271" cy="16327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2F8F982-870E-AE44-B0D3-B3313BC48DB7}"/>
              </a:ext>
            </a:extLst>
          </p:cNvPr>
          <p:cNvSpPr/>
          <p:nvPr userDrawn="1"/>
        </p:nvSpPr>
        <p:spPr>
          <a:xfrm>
            <a:off x="6098857" y="3883241"/>
            <a:ext cx="163271" cy="16327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549A137-DB5E-9C40-8C0A-ED607212022C}"/>
              </a:ext>
            </a:extLst>
          </p:cNvPr>
          <p:cNvSpPr/>
          <p:nvPr userDrawn="1"/>
        </p:nvSpPr>
        <p:spPr>
          <a:xfrm>
            <a:off x="8666124" y="3892012"/>
            <a:ext cx="163271" cy="16327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1DC2552-C347-4C3D-8C92-4A6981227C0E}"/>
              </a:ext>
            </a:extLst>
          </p:cNvPr>
          <p:cNvSpPr>
            <a:spLocks noGrp="1"/>
          </p:cNvSpPr>
          <p:nvPr>
            <p:ph type="dt" sz="half" idx="36"/>
          </p:nvPr>
        </p:nvSpPr>
        <p:spPr/>
        <p:txBody>
          <a:bodyPr rtlCol="0"/>
          <a:lstStyle/>
          <a:p>
            <a:pPr rtl="0"/>
            <a:fld id="{D33AD83D-9671-4762-AF03-9C719A9CD695}" type="datetime3">
              <a:rPr lang="en-GB" noProof="0" smtClean="0">
                <a:latin typeface="+mn-lt"/>
              </a:rPr>
              <a:t>20 April, 2025</a:t>
            </a:fld>
            <a:endParaRPr lang="en-GB" noProof="0">
              <a:latin typeface="+mn-lt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5B7C35C-F3E4-4522-8711-16E4F9052C2C}"/>
              </a:ext>
            </a:extLst>
          </p:cNvPr>
          <p:cNvSpPr>
            <a:spLocks noGrp="1"/>
          </p:cNvSpPr>
          <p:nvPr>
            <p:ph type="ftr" sz="quarter" idx="37"/>
          </p:nvPr>
        </p:nvSpPr>
        <p:spPr/>
        <p:txBody>
          <a:bodyPr rtlCol="0"/>
          <a:lstStyle/>
          <a:p>
            <a:pPr rtl="0"/>
            <a:r>
              <a:rPr lang="en-GB" noProof="0"/>
              <a:t>Annual Review</a:t>
            </a:r>
            <a:endParaRPr lang="en-GB" b="0" noProof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4D6BAD-56F4-42F1-A2B3-FDB73364FD40}"/>
              </a:ext>
            </a:extLst>
          </p:cNvPr>
          <p:cNvSpPr>
            <a:spLocks noGrp="1"/>
          </p:cNvSpPr>
          <p:nvPr>
            <p:ph type="sldNum" sz="quarter" idx="38"/>
          </p:nvPr>
        </p:nvSpPr>
        <p:spPr/>
        <p:txBody>
          <a:bodyPr rtlCol="0"/>
          <a:lstStyle/>
          <a:p>
            <a:pPr rtl="0"/>
            <a:fld id="{294A09A9-5501-47C1-A89A-A340965A2BE2}" type="slidenum">
              <a:rPr lang="en-GB" noProof="0" smtClean="0"/>
              <a:pPr/>
              <a:t>‹#›</a:t>
            </a:fld>
            <a:endParaRPr lang="en-GB" noProof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98615523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 userDrawn="1">
          <p15:clr>
            <a:srgbClr val="FBAE40"/>
          </p15:clr>
        </p15:guide>
        <p15:guide id="3" pos="2880" userDrawn="1">
          <p15:clr>
            <a:srgbClr val="FBAE40"/>
          </p15:clr>
        </p15:guide>
        <p15:guide id="4" pos="5160" userDrawn="1">
          <p15:clr>
            <a:srgbClr val="FBAE40"/>
          </p15:clr>
        </p15:guide>
        <p15:guide id="5" pos="2520" userDrawn="1">
          <p15:clr>
            <a:srgbClr val="FBAE40"/>
          </p15:clr>
        </p15:guide>
        <p15:guide id="6" pos="4800" userDrawn="1">
          <p15:clr>
            <a:srgbClr val="FBAE40"/>
          </p15:clr>
        </p15:guide>
        <p15:guide id="7" orient="horz" pos="1224" userDrawn="1">
          <p15:clr>
            <a:srgbClr val="FBAE40"/>
          </p15:clr>
        </p15:guide>
        <p15:guide id="8" orient="horz" pos="3768" userDrawn="1">
          <p15:clr>
            <a:srgbClr val="FBAE40"/>
          </p15:clr>
        </p15:guide>
        <p15:guide id="9" orient="horz" pos="552" userDrawn="1">
          <p15:clr>
            <a:srgbClr val="FBAE40"/>
          </p15:clr>
        </p15:guide>
        <p15:guide id="10" orient="horz" pos="1512" userDrawn="1">
          <p15:clr>
            <a:srgbClr val="FBAE40"/>
          </p15:clr>
        </p15:guide>
        <p15:guide id="11" orient="horz" pos="2832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>
            <a:extLst>
              <a:ext uri="{FF2B5EF4-FFF2-40B4-BE49-F238E27FC236}">
                <a16:creationId xmlns:a16="http://schemas.microsoft.com/office/drawing/2014/main" id="{BDEF3328-825B-3946-8472-DB93D6A32867}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4E4E09DF-AF21-0E4A-9838-14DFBFFED7D7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n-GB" noProof="0" dirty="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653F54AE-9BC1-3A45-A129-4028EADE406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n-GB" noProof="0" dirty="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254F6D22-4944-974A-999E-F9E22F159523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n-GB" noProof="0" dirty="0"/>
            </a:p>
          </p:txBody>
        </p:sp>
      </p:grpSp>
      <p:sp>
        <p:nvSpPr>
          <p:cNvPr id="32" name="Title 1">
            <a:extLst>
              <a:ext uri="{FF2B5EF4-FFF2-40B4-BE49-F238E27FC236}">
                <a16:creationId xmlns:a16="http://schemas.microsoft.com/office/drawing/2014/main" id="{467E05B6-B7CB-1E4F-96BA-4B8CFE8B63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023" y="879063"/>
            <a:ext cx="4941477" cy="610863"/>
          </a:xfrm>
          <a:prstGeom prst="rect">
            <a:avLst/>
          </a:prstGeom>
        </p:spPr>
        <p:txBody>
          <a:bodyPr lIns="0" tIns="0" rIns="0" bIns="0" rtlCol="0" anchor="b" anchorCtr="0">
            <a:normAutofit/>
          </a:bodyPr>
          <a:lstStyle>
            <a:lvl1pPr>
              <a:defRPr sz="4400" b="1" i="0">
                <a:latin typeface="+mj-lt"/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 dirty="0"/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51DEB652-BD6A-BD41-B85E-704D2C41A1C4}"/>
              </a:ext>
            </a:extLst>
          </p:cNvPr>
          <p:cNvCxnSpPr>
            <a:cxnSpLocks/>
          </p:cNvCxnSpPr>
          <p:nvPr userDrawn="1"/>
        </p:nvCxnSpPr>
        <p:spPr>
          <a:xfrm>
            <a:off x="952500" y="1939108"/>
            <a:ext cx="21336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A6147D10-E7D7-8F40-AF69-7263987293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64023" y="2300984"/>
            <a:ext cx="4827178" cy="404216"/>
          </a:xfrm>
          <a:prstGeom prst="rect">
            <a:avLst/>
          </a:prstGeom>
        </p:spPr>
        <p:txBody>
          <a:bodyPr lIns="0" tIns="0" rIns="0" bIns="0" rtlCol="0" anchor="t" anchorCtr="0">
            <a:normAutofit/>
          </a:bodyPr>
          <a:lstStyle>
            <a:lvl1pPr marL="0" indent="0">
              <a:buNone/>
              <a:defRPr sz="1800" b="0" i="0" spc="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3A0EE708-F36B-444B-9A8B-D48D69535E45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6362700" y="2300984"/>
            <a:ext cx="4764829" cy="404216"/>
          </a:xfrm>
          <a:prstGeom prst="rect">
            <a:avLst/>
          </a:prstGeom>
        </p:spPr>
        <p:txBody>
          <a:bodyPr lIns="0" tIns="0" rIns="0" bIns="0" rtlCol="0" anchor="t" anchorCtr="0">
            <a:normAutofit/>
          </a:bodyPr>
          <a:lstStyle>
            <a:lvl1pPr marL="0" indent="0">
              <a:buNone/>
              <a:defRPr sz="1800" b="0" i="0" spc="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7" name="Content Placeholder 3">
            <a:extLst>
              <a:ext uri="{FF2B5EF4-FFF2-40B4-BE49-F238E27FC236}">
                <a16:creationId xmlns:a16="http://schemas.microsoft.com/office/drawing/2014/main" id="{E81957B7-CEA6-A446-A203-471CF9A57F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64023" y="2799146"/>
            <a:ext cx="4827178" cy="1942138"/>
          </a:xfrm>
          <a:prstGeom prst="rect">
            <a:avLst/>
          </a:prstGeom>
        </p:spPr>
        <p:txBody>
          <a:bodyPr lIns="0" tIns="0" rIns="0" bIns="0" rtlCol="0" anchor="t" anchorCtr="0">
            <a:normAutofit/>
          </a:bodyPr>
          <a:lstStyle>
            <a:lvl1pPr marL="285750" indent="-285750">
              <a:lnSpc>
                <a:spcPct val="100000"/>
              </a:lnSpc>
              <a:buFont typeface="Wingdings" pitchFamily="2" charset="2"/>
              <a:buChar char="§"/>
              <a:defRPr sz="1600">
                <a:latin typeface="+mn-lt"/>
              </a:defRPr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8" name="Content Placeholder 3">
            <a:extLst>
              <a:ext uri="{FF2B5EF4-FFF2-40B4-BE49-F238E27FC236}">
                <a16:creationId xmlns:a16="http://schemas.microsoft.com/office/drawing/2014/main" id="{E40D4044-0F7B-0647-BAB5-16B23EBD9ECD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362700" y="2799146"/>
            <a:ext cx="4756241" cy="1942138"/>
          </a:xfrm>
          <a:prstGeom prst="rect">
            <a:avLst/>
          </a:prstGeom>
        </p:spPr>
        <p:txBody>
          <a:bodyPr lIns="0" tIns="0" rIns="0" bIns="0" rtlCol="0" anchor="t" anchorCtr="0">
            <a:normAutofit/>
          </a:bodyPr>
          <a:lstStyle>
            <a:lvl1pPr marL="285750" indent="-285750">
              <a:lnSpc>
                <a:spcPct val="100000"/>
              </a:lnSpc>
              <a:buFont typeface="Wingdings" pitchFamily="2" charset="2"/>
              <a:buChar char="§"/>
              <a:defRPr sz="1600">
                <a:latin typeface="+mn-lt"/>
              </a:defRPr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D51C063-0222-064B-8A2E-485FE9EAC10D}"/>
              </a:ext>
            </a:extLst>
          </p:cNvPr>
          <p:cNvCxnSpPr>
            <a:cxnSpLocks/>
          </p:cNvCxnSpPr>
          <p:nvPr userDrawn="1"/>
        </p:nvCxnSpPr>
        <p:spPr>
          <a:xfrm>
            <a:off x="6362700" y="1939108"/>
            <a:ext cx="21336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14D182-A7DD-4F7B-B207-262854316EDA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pPr rtl="0"/>
            <a:fld id="{F88F5F63-8808-4375-85CE-D0FAFA3BBE65}" type="datetime3">
              <a:rPr lang="en-GB" noProof="0" smtClean="0">
                <a:latin typeface="+mn-lt"/>
              </a:rPr>
              <a:t>20 April, 2025</a:t>
            </a:fld>
            <a:endParaRPr lang="en-GB" noProof="0" dirty="0">
              <a:latin typeface="+mn-lt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B29252-5D0B-4B9D-9FBD-8EC0929FE09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 rtlCol="0"/>
          <a:lstStyle/>
          <a:p>
            <a:pPr rtl="0"/>
            <a:r>
              <a:rPr lang="en-GB" noProof="0" dirty="0"/>
              <a:t>Annual Review</a:t>
            </a:r>
            <a:endParaRPr lang="en-GB" b="0" noProof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B4FEF6-E217-4110-BBF5-C4B77ADC845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pPr rtl="0"/>
            <a:fld id="{294A09A9-5501-47C1-A89A-A340965A2BE2}" type="slidenum">
              <a:rPr lang="en-GB" noProof="0" smtClean="0"/>
              <a:pPr/>
              <a:t>‹#›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255042539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304">
          <p15:clr>
            <a:srgbClr val="FBAE40"/>
          </p15:clr>
        </p15:guide>
        <p15:guide id="4" pos="5736">
          <p15:clr>
            <a:srgbClr val="FBAE40"/>
          </p15:clr>
        </p15:guide>
        <p15:guide id="5" pos="1944">
          <p15:clr>
            <a:srgbClr val="FBAE40"/>
          </p15:clr>
        </p15:guide>
        <p15:guide id="6" pos="4008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440">
          <p15:clr>
            <a:srgbClr val="FBAE40"/>
          </p15:clr>
        </p15:guide>
        <p15:guide id="9" orient="horz" pos="552">
          <p15:clr>
            <a:srgbClr val="FBAE40"/>
          </p15:clr>
        </p15:guide>
        <p15:guide id="10" pos="5352">
          <p15:clr>
            <a:srgbClr val="FBAE40"/>
          </p15:clr>
        </p15:guide>
        <p15:guide id="11" pos="3648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6">
            <a:extLst>
              <a:ext uri="{FF2B5EF4-FFF2-40B4-BE49-F238E27FC236}">
                <a16:creationId xmlns:a16="http://schemas.microsoft.com/office/drawing/2014/main" id="{868B08E5-2F7C-7749-8BDF-386EAF974BB0}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38" name="Freeform 37">
              <a:extLst>
                <a:ext uri="{FF2B5EF4-FFF2-40B4-BE49-F238E27FC236}">
                  <a16:creationId xmlns:a16="http://schemas.microsoft.com/office/drawing/2014/main" id="{F3E300C0-0B72-9048-9E16-2166E1A88FE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n-GB" noProof="0" dirty="0"/>
            </a:p>
          </p:txBody>
        </p:sp>
        <p:sp>
          <p:nvSpPr>
            <p:cNvPr id="39" name="Freeform 38">
              <a:extLst>
                <a:ext uri="{FF2B5EF4-FFF2-40B4-BE49-F238E27FC236}">
                  <a16:creationId xmlns:a16="http://schemas.microsoft.com/office/drawing/2014/main" id="{E4AA520D-9D51-3A42-B9B1-DF72169BC8DB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n-GB" noProof="0" dirty="0"/>
            </a:p>
          </p:txBody>
        </p:sp>
        <p:sp>
          <p:nvSpPr>
            <p:cNvPr id="40" name="Freeform 39">
              <a:extLst>
                <a:ext uri="{FF2B5EF4-FFF2-40B4-BE49-F238E27FC236}">
                  <a16:creationId xmlns:a16="http://schemas.microsoft.com/office/drawing/2014/main" id="{D5F2735E-137C-DB47-AEF0-EFC871A32373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n-GB" noProof="0" dirty="0"/>
            </a:p>
          </p:txBody>
        </p:sp>
      </p:grpSp>
      <p:sp>
        <p:nvSpPr>
          <p:cNvPr id="32" name="Title 1">
            <a:extLst>
              <a:ext uri="{FF2B5EF4-FFF2-40B4-BE49-F238E27FC236}">
                <a16:creationId xmlns:a16="http://schemas.microsoft.com/office/drawing/2014/main" id="{467E05B6-B7CB-1E4F-96BA-4B8CFE8B63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023" y="879063"/>
            <a:ext cx="4941477" cy="610863"/>
          </a:xfrm>
          <a:prstGeom prst="rect">
            <a:avLst/>
          </a:prstGeom>
        </p:spPr>
        <p:txBody>
          <a:bodyPr lIns="0" tIns="0" rIns="0" bIns="0" rtlCol="0" anchor="b" anchorCtr="0">
            <a:normAutofit/>
          </a:bodyPr>
          <a:lstStyle>
            <a:lvl1pPr>
              <a:defRPr sz="4400" b="1" i="0">
                <a:latin typeface="+mj-lt"/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 dirty="0"/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51DEB652-BD6A-BD41-B85E-704D2C41A1C4}"/>
              </a:ext>
            </a:extLst>
          </p:cNvPr>
          <p:cNvCxnSpPr>
            <a:cxnSpLocks/>
          </p:cNvCxnSpPr>
          <p:nvPr userDrawn="1"/>
        </p:nvCxnSpPr>
        <p:spPr>
          <a:xfrm>
            <a:off x="952500" y="1939108"/>
            <a:ext cx="21336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A6147D10-E7D7-8F40-AF69-7263987293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52500" y="2300156"/>
            <a:ext cx="3036477" cy="404216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>
            <a:lvl1pPr marL="0" indent="0">
              <a:buNone/>
              <a:defRPr lang="en-US" sz="1800" spc="0" baseline="0" dirty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rtl="0">
              <a:buNone/>
            </a:pPr>
            <a:r>
              <a:rPr lang="en-US" noProof="0"/>
              <a:t>Click to edit Master text styles</a:t>
            </a:r>
          </a:p>
        </p:txBody>
      </p:sp>
      <p:sp>
        <p:nvSpPr>
          <p:cNvPr id="27" name="Content Placeholder 3">
            <a:extLst>
              <a:ext uri="{FF2B5EF4-FFF2-40B4-BE49-F238E27FC236}">
                <a16:creationId xmlns:a16="http://schemas.microsoft.com/office/drawing/2014/main" id="{E81957B7-CEA6-A446-A203-471CF9A57F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52500" y="2799146"/>
            <a:ext cx="3036477" cy="1942138"/>
          </a:xfrm>
          <a:prstGeom prst="rect">
            <a:avLst/>
          </a:prstGeom>
        </p:spPr>
        <p:txBody>
          <a:bodyPr lIns="0" tIns="0" rIns="0" bIns="0" rtlCol="0" anchor="t" anchorCtr="0">
            <a:normAutofit/>
          </a:bodyPr>
          <a:lstStyle>
            <a:lvl1pPr marL="285750" indent="-285750">
              <a:lnSpc>
                <a:spcPct val="100000"/>
              </a:lnSpc>
              <a:buFont typeface="Wingdings" pitchFamily="2" charset="2"/>
              <a:buChar char="§"/>
              <a:defRPr sz="1600">
                <a:latin typeface="+mn-lt"/>
              </a:defRPr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057DFE0A-61D9-1B48-8196-EA94D04685DD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4569372" y="2300156"/>
            <a:ext cx="3036477" cy="404216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>
            <a:lvl1pPr marL="0" indent="0">
              <a:buNone/>
              <a:defRPr lang="en-US" sz="1800" spc="0" baseline="0" dirty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rtl="0">
              <a:buNone/>
            </a:pPr>
            <a:r>
              <a:rPr lang="en-US" noProof="0"/>
              <a:t>Click to edit Master text styles</a:t>
            </a:r>
          </a:p>
        </p:txBody>
      </p:sp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C946754A-F105-644E-99A4-DC80B9944243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4569372" y="2799146"/>
            <a:ext cx="3050628" cy="1942138"/>
          </a:xfrm>
          <a:prstGeom prst="rect">
            <a:avLst/>
          </a:prstGeom>
        </p:spPr>
        <p:txBody>
          <a:bodyPr lIns="0" tIns="0" rIns="0" bIns="0" rtlCol="0" anchor="t" anchorCtr="0">
            <a:normAutofit/>
          </a:bodyPr>
          <a:lstStyle>
            <a:lvl1pPr marL="285750" indent="-285750">
              <a:lnSpc>
                <a:spcPct val="100000"/>
              </a:lnSpc>
              <a:buFont typeface="Wingdings" pitchFamily="2" charset="2"/>
              <a:buChar char="§"/>
              <a:defRPr sz="1600">
                <a:latin typeface="+mn-lt"/>
              </a:defRPr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368648FC-FC9A-5645-8F0C-390FFFAE180D}"/>
              </a:ext>
            </a:extLst>
          </p:cNvPr>
          <p:cNvSpPr>
            <a:spLocks noGrp="1"/>
          </p:cNvSpPr>
          <p:nvPr>
            <p:ph type="body" idx="12"/>
          </p:nvPr>
        </p:nvSpPr>
        <p:spPr>
          <a:xfrm>
            <a:off x="8187017" y="2300156"/>
            <a:ext cx="3036477" cy="404216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>
            <a:lvl1pPr marL="0" indent="0">
              <a:buNone/>
              <a:defRPr lang="en-US" sz="1800" spc="0" baseline="0" dirty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rtl="0">
              <a:buNone/>
            </a:pPr>
            <a:r>
              <a:rPr lang="en-US" noProof="0"/>
              <a:t>Click to edit Master text styles</a:t>
            </a:r>
          </a:p>
        </p:txBody>
      </p:sp>
      <p:sp>
        <p:nvSpPr>
          <p:cNvPr id="24" name="Content Placeholder 3">
            <a:extLst>
              <a:ext uri="{FF2B5EF4-FFF2-40B4-BE49-F238E27FC236}">
                <a16:creationId xmlns:a16="http://schemas.microsoft.com/office/drawing/2014/main" id="{BBB849DC-B114-D145-9879-4FE0688BF57E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8187017" y="2799146"/>
            <a:ext cx="3036477" cy="1942138"/>
          </a:xfrm>
          <a:prstGeom prst="rect">
            <a:avLst/>
          </a:prstGeom>
        </p:spPr>
        <p:txBody>
          <a:bodyPr lIns="0" tIns="0" rIns="0" bIns="0" rtlCol="0" anchor="t" anchorCtr="0">
            <a:normAutofit/>
          </a:bodyPr>
          <a:lstStyle>
            <a:lvl1pPr marL="285750" indent="-285750">
              <a:lnSpc>
                <a:spcPct val="100000"/>
              </a:lnSpc>
              <a:buFont typeface="Wingdings" pitchFamily="2" charset="2"/>
              <a:buChar char="§"/>
              <a:defRPr sz="1600">
                <a:latin typeface="+mn-lt"/>
              </a:defRPr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9F0C4CE5-5F02-B143-8FD1-1B235D270DAC}"/>
              </a:ext>
            </a:extLst>
          </p:cNvPr>
          <p:cNvCxnSpPr>
            <a:cxnSpLocks/>
          </p:cNvCxnSpPr>
          <p:nvPr userDrawn="1"/>
        </p:nvCxnSpPr>
        <p:spPr>
          <a:xfrm>
            <a:off x="4569372" y="1939108"/>
            <a:ext cx="21336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289A8C14-DB28-F34E-8098-168D4C75AF23}"/>
              </a:ext>
            </a:extLst>
          </p:cNvPr>
          <p:cNvCxnSpPr>
            <a:cxnSpLocks/>
          </p:cNvCxnSpPr>
          <p:nvPr userDrawn="1"/>
        </p:nvCxnSpPr>
        <p:spPr>
          <a:xfrm>
            <a:off x="8187017" y="1939108"/>
            <a:ext cx="21336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0FA07F3-F8E4-4505-85EC-22734AC68792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pPr rtl="0"/>
            <a:fld id="{6D17C7AE-DC41-4D6E-8CE7-A0296D62536F}" type="datetime3">
              <a:rPr lang="en-GB" noProof="0" smtClean="0">
                <a:latin typeface="+mn-lt"/>
              </a:rPr>
              <a:t>20 April, 2025</a:t>
            </a:fld>
            <a:endParaRPr lang="en-GB" noProof="0" dirty="0">
              <a:latin typeface="+mn-lt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5165D22-FEF5-4F30-8822-5D2378806A9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 rtlCol="0"/>
          <a:lstStyle/>
          <a:p>
            <a:pPr rtl="0"/>
            <a:r>
              <a:rPr lang="en-GB" noProof="0" dirty="0"/>
              <a:t>Annual Review</a:t>
            </a:r>
            <a:endParaRPr lang="en-GB" b="0" noProof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40F86B-3DA3-4708-AAF5-387BA115C41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pPr rtl="0"/>
            <a:fld id="{294A09A9-5501-47C1-A89A-A340965A2BE2}" type="slidenum">
              <a:rPr lang="en-GB" noProof="0" smtClean="0"/>
              <a:pPr/>
              <a:t>‹#›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422794871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520" userDrawn="1">
          <p15:clr>
            <a:srgbClr val="FBAE40"/>
          </p15:clr>
        </p15:guide>
        <p15:guide id="4" pos="5160" userDrawn="1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440">
          <p15:clr>
            <a:srgbClr val="FBAE40"/>
          </p15:clr>
        </p15:guide>
        <p15:guide id="9" orient="horz" pos="552">
          <p15:clr>
            <a:srgbClr val="FBAE40"/>
          </p15:clr>
        </p15:guide>
        <p15:guide id="10" pos="4800" userDrawn="1">
          <p15:clr>
            <a:srgbClr val="FBAE40"/>
          </p15:clr>
        </p15:guide>
        <p15:guide id="11" pos="2880" userDrawn="1">
          <p15:clr>
            <a:srgbClr val="FBAE40"/>
          </p15:clr>
        </p15:guide>
        <p15:guide id="12" orient="horz" pos="1752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itle 1">
            <a:extLst>
              <a:ext uri="{FF2B5EF4-FFF2-40B4-BE49-F238E27FC236}">
                <a16:creationId xmlns:a16="http://schemas.microsoft.com/office/drawing/2014/main" id="{467E05B6-B7CB-1E4F-96BA-4B8CFE8B63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023" y="879063"/>
            <a:ext cx="4941477" cy="610863"/>
          </a:xfrm>
          <a:prstGeom prst="rect">
            <a:avLst/>
          </a:prstGeom>
        </p:spPr>
        <p:txBody>
          <a:bodyPr lIns="0" tIns="0" rIns="0" bIns="0" rtlCol="0" anchor="b" anchorCtr="0">
            <a:normAutofit/>
          </a:bodyPr>
          <a:lstStyle>
            <a:lvl1pPr>
              <a:defRPr sz="4400" b="1" i="0">
                <a:latin typeface="+mj-lt"/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 dirty="0"/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51DEB652-BD6A-BD41-B85E-704D2C41A1C4}"/>
              </a:ext>
            </a:extLst>
          </p:cNvPr>
          <p:cNvCxnSpPr>
            <a:cxnSpLocks/>
          </p:cNvCxnSpPr>
          <p:nvPr userDrawn="1"/>
        </p:nvCxnSpPr>
        <p:spPr>
          <a:xfrm>
            <a:off x="952500" y="1939108"/>
            <a:ext cx="21336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A8C895-11B9-EA40-B0F8-0F4FE988151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52500" y="2656904"/>
            <a:ext cx="4838700" cy="574318"/>
          </a:xfrm>
        </p:spPr>
        <p:txBody>
          <a:bodyPr rtlCol="0">
            <a:noAutofit/>
          </a:bodyPr>
          <a:lstStyle>
            <a:lvl1pPr marL="0" indent="0">
              <a:buNone/>
              <a:defRPr sz="1600">
                <a:latin typeface="+mn-lt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C47A1EE0-4011-3749-B01C-FC489EEDF880}"/>
              </a:ext>
            </a:extLst>
          </p:cNvPr>
          <p:cNvGrpSpPr>
            <a:grpSpLocks/>
          </p:cNvGrpSpPr>
          <p:nvPr userDrawn="1"/>
        </p:nvGrpSpPr>
        <p:grpSpPr bwMode="auto">
          <a:xfrm rot="10800000">
            <a:off x="8870040" y="0"/>
            <a:ext cx="3325208" cy="3325208"/>
            <a:chOff x="0" y="12289"/>
            <a:chExt cx="3550" cy="3551"/>
          </a:xfrm>
        </p:grpSpPr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17EED68A-6660-2643-BBFB-B6AB92A7C227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n-GB" noProof="0" dirty="0"/>
            </a:p>
          </p:txBody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BECF9FB8-F6C7-C54D-99F4-11FDF26D7F9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n-GB" noProof="0" dirty="0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46C7C62D-7D3B-934C-AFF9-0F10E727B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n-GB" noProof="0" dirty="0"/>
            </a:p>
          </p:txBody>
        </p:sp>
      </p:grp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85D552-3AFC-4D21-A944-9D41E128A96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952500" y="2286000"/>
            <a:ext cx="4838700" cy="315915"/>
          </a:xfrm>
        </p:spPr>
        <p:txBody>
          <a:bodyPr rtlCol="0">
            <a:noAutofit/>
          </a:bodyPr>
          <a:lstStyle>
            <a:lvl1pPr>
              <a:buNone/>
              <a:defRPr sz="1800" b="0" spc="0" baseline="0">
                <a:solidFill>
                  <a:schemeClr val="tx2"/>
                </a:solidFill>
                <a:latin typeface="+mj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BE8C2EDB-9C70-49A2-865C-E5CD77D3E74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53655" y="3841846"/>
            <a:ext cx="4838700" cy="636754"/>
          </a:xfrm>
        </p:spPr>
        <p:txBody>
          <a:bodyPr rtlCol="0">
            <a:noAutofit/>
          </a:bodyPr>
          <a:lstStyle>
            <a:lvl1pPr marL="0" indent="0">
              <a:buNone/>
              <a:defRPr sz="1600">
                <a:latin typeface="+mn-lt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EE50320A-D017-45C6-9986-94BC43911E9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53655" y="3470942"/>
            <a:ext cx="4838700" cy="315915"/>
          </a:xfrm>
        </p:spPr>
        <p:txBody>
          <a:bodyPr rtlCol="0">
            <a:noAutofit/>
          </a:bodyPr>
          <a:lstStyle>
            <a:lvl1pPr>
              <a:buNone/>
              <a:defRPr sz="1800" b="0" spc="0" baseline="0">
                <a:solidFill>
                  <a:schemeClr val="tx2"/>
                </a:solidFill>
                <a:latin typeface="+mj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673EB498-F5D2-4E15-990A-2AFA4A377CB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52500" y="5017901"/>
            <a:ext cx="4838700" cy="908340"/>
          </a:xfrm>
        </p:spPr>
        <p:txBody>
          <a:bodyPr rtlCol="0">
            <a:noAutofit/>
          </a:bodyPr>
          <a:lstStyle>
            <a:lvl1pPr marL="0" indent="0">
              <a:buNone/>
              <a:defRPr sz="1600">
                <a:latin typeface="+mn-lt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4" name="Text Placeholder 3">
            <a:extLst>
              <a:ext uri="{FF2B5EF4-FFF2-40B4-BE49-F238E27FC236}">
                <a16:creationId xmlns:a16="http://schemas.microsoft.com/office/drawing/2014/main" id="{1F528150-326B-4BB3-AC38-7FC805DB6BA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952500" y="4646997"/>
            <a:ext cx="4838700" cy="315915"/>
          </a:xfrm>
        </p:spPr>
        <p:txBody>
          <a:bodyPr rtlCol="0">
            <a:noAutofit/>
          </a:bodyPr>
          <a:lstStyle>
            <a:lvl1pPr>
              <a:buNone/>
              <a:defRPr sz="1800" b="0" spc="0" baseline="0">
                <a:solidFill>
                  <a:schemeClr val="tx2"/>
                </a:solidFill>
                <a:latin typeface="+mj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20EBEFF7-AECA-409B-9ACC-A63A168283B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99647" y="2656904"/>
            <a:ext cx="4838700" cy="574318"/>
          </a:xfrm>
        </p:spPr>
        <p:txBody>
          <a:bodyPr rtlCol="0">
            <a:noAutofit/>
          </a:bodyPr>
          <a:lstStyle>
            <a:lvl1pPr marL="0" indent="0">
              <a:buNone/>
              <a:defRPr sz="1600">
                <a:latin typeface="+mn-lt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6" name="Text Placeholder 3">
            <a:extLst>
              <a:ext uri="{FF2B5EF4-FFF2-40B4-BE49-F238E27FC236}">
                <a16:creationId xmlns:a16="http://schemas.microsoft.com/office/drawing/2014/main" id="{29E4D063-8666-4D7A-B8C8-2B9383F798E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399647" y="2286000"/>
            <a:ext cx="4838700" cy="315915"/>
          </a:xfrm>
        </p:spPr>
        <p:txBody>
          <a:bodyPr rtlCol="0">
            <a:noAutofit/>
          </a:bodyPr>
          <a:lstStyle>
            <a:lvl1pPr>
              <a:buNone/>
              <a:defRPr sz="1800" b="0" spc="0" baseline="0">
                <a:solidFill>
                  <a:schemeClr val="tx2"/>
                </a:solidFill>
                <a:latin typeface="+mj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4717B7CD-A4F9-444E-82B9-8914CB57488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399647" y="3841846"/>
            <a:ext cx="4838700" cy="908340"/>
          </a:xfrm>
        </p:spPr>
        <p:txBody>
          <a:bodyPr rtlCol="0">
            <a:noAutofit/>
          </a:bodyPr>
          <a:lstStyle>
            <a:lvl1pPr marL="0" indent="0">
              <a:buNone/>
              <a:defRPr sz="1600">
                <a:latin typeface="+mn-lt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8" name="Text Placeholder 3">
            <a:extLst>
              <a:ext uri="{FF2B5EF4-FFF2-40B4-BE49-F238E27FC236}">
                <a16:creationId xmlns:a16="http://schemas.microsoft.com/office/drawing/2014/main" id="{2CF285B7-A950-4326-A4D5-F5D542D2D65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399647" y="3470942"/>
            <a:ext cx="4838700" cy="315915"/>
          </a:xfrm>
        </p:spPr>
        <p:txBody>
          <a:bodyPr rtlCol="0">
            <a:noAutofit/>
          </a:bodyPr>
          <a:lstStyle>
            <a:lvl1pPr>
              <a:buNone/>
              <a:defRPr sz="1800" b="0" spc="0" baseline="0">
                <a:solidFill>
                  <a:schemeClr val="tx2"/>
                </a:solidFill>
                <a:latin typeface="+mj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C45E38A-5516-4C3E-88FC-0DCBD876054B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 rtlCol="0"/>
          <a:lstStyle/>
          <a:p>
            <a:pPr rtl="0"/>
            <a:fld id="{0971D3F5-C297-4F98-9679-48877DEF0EC7}" type="datetime3">
              <a:rPr lang="en-GB" noProof="0" smtClean="0">
                <a:latin typeface="+mn-lt"/>
              </a:rPr>
              <a:t>20 April, 2025</a:t>
            </a:fld>
            <a:endParaRPr lang="en-GB" noProof="0" dirty="0">
              <a:latin typeface="+mn-lt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225273-038D-4F51-A093-83D80104F21A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 rtlCol="0"/>
          <a:lstStyle/>
          <a:p>
            <a:pPr rtl="0"/>
            <a:r>
              <a:rPr lang="en-GB" noProof="0" dirty="0"/>
              <a:t>Annual Review</a:t>
            </a:r>
            <a:endParaRPr lang="en-GB" b="0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F24E14-E0E0-44FA-A4AA-FA63A858730C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 rtlCol="0"/>
          <a:lstStyle/>
          <a:p>
            <a:pPr rtl="0"/>
            <a:fld id="{294A09A9-5501-47C1-A89A-A340965A2BE2}" type="slidenum">
              <a:rPr lang="en-GB" noProof="0" smtClean="0"/>
              <a:pPr/>
              <a:t>‹#›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30601358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304">
          <p15:clr>
            <a:srgbClr val="FBAE40"/>
          </p15:clr>
        </p15:guide>
        <p15:guide id="4" pos="5736">
          <p15:clr>
            <a:srgbClr val="FBAE40"/>
          </p15:clr>
        </p15:guide>
        <p15:guide id="5" pos="1944">
          <p15:clr>
            <a:srgbClr val="FBAE40"/>
          </p15:clr>
        </p15:guide>
        <p15:guide id="6" pos="4008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440">
          <p15:clr>
            <a:srgbClr val="FBAE40"/>
          </p15:clr>
        </p15:guide>
        <p15:guide id="9" orient="horz" pos="552">
          <p15:clr>
            <a:srgbClr val="FBAE40"/>
          </p15:clr>
        </p15:guide>
        <p15:guide id="10" pos="5352">
          <p15:clr>
            <a:srgbClr val="FBAE40"/>
          </p15:clr>
        </p15:guide>
        <p15:guide id="11" pos="3648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29">
            <a:extLst>
              <a:ext uri="{FF2B5EF4-FFF2-40B4-BE49-F238E27FC236}">
                <a16:creationId xmlns:a16="http://schemas.microsoft.com/office/drawing/2014/main" id="{BB778BC5-5409-574B-96E2-B45CDD940DF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896100" y="5102063"/>
            <a:ext cx="4914900" cy="588795"/>
          </a:xfrm>
        </p:spPr>
        <p:txBody>
          <a:bodyPr lIns="0" tIns="0" rIns="0" bIns="0" rtlCol="0" anchor="b">
            <a:noAutofit/>
          </a:bodyPr>
          <a:lstStyle>
            <a:lvl1pPr marL="0" indent="0">
              <a:buNone/>
              <a:defRPr sz="1600" b="0" i="0">
                <a:solidFill>
                  <a:schemeClr val="tx2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17" name="Subtitle 2">
            <a:extLst>
              <a:ext uri="{FF2B5EF4-FFF2-40B4-BE49-F238E27FC236}">
                <a16:creationId xmlns:a16="http://schemas.microsoft.com/office/drawing/2014/main" id="{32916F3A-28FA-9A4B-A780-0D687D9328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07623" y="3591098"/>
            <a:ext cx="4903377" cy="1057791"/>
          </a:xfrm>
        </p:spPr>
        <p:txBody>
          <a:bodyPr lIns="0" tIns="0" rIns="0" bIns="0" rtlCol="0">
            <a:normAutofit/>
          </a:bodyPr>
          <a:lstStyle>
            <a:lvl1pPr marL="0" indent="0" algn="l">
              <a:buNone/>
              <a:defRPr sz="1600" b="0" i="0">
                <a:solidFill>
                  <a:schemeClr val="bg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en-US" noProof="0"/>
              <a:t>Click to edit Master subtitle style</a:t>
            </a:r>
            <a:endParaRPr lang="en-GB" noProof="0" dirty="0"/>
          </a:p>
        </p:txBody>
      </p:sp>
      <p:sp>
        <p:nvSpPr>
          <p:cNvPr id="26" name="Title 1">
            <a:extLst>
              <a:ext uri="{FF2B5EF4-FFF2-40B4-BE49-F238E27FC236}">
                <a16:creationId xmlns:a16="http://schemas.microsoft.com/office/drawing/2014/main" id="{E29321F6-59C5-6E4C-A846-6AD00848A4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07623" y="2173658"/>
            <a:ext cx="4903377" cy="610863"/>
          </a:xfrm>
          <a:prstGeom prst="rect">
            <a:avLst/>
          </a:prstGeom>
        </p:spPr>
        <p:txBody>
          <a:bodyPr lIns="0" tIns="0" rIns="0" bIns="0" rtlCol="0" anchor="b" anchorCtr="0">
            <a:normAutofit/>
          </a:bodyPr>
          <a:lstStyle>
            <a:lvl1pPr>
              <a:defRPr sz="4400" b="1" i="0">
                <a:latin typeface="+mj-lt"/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 dirty="0"/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AB5C3BF3-A164-DD48-BD02-4587489DA105}"/>
              </a:ext>
            </a:extLst>
          </p:cNvPr>
          <p:cNvCxnSpPr>
            <a:cxnSpLocks/>
          </p:cNvCxnSpPr>
          <p:nvPr userDrawn="1"/>
        </p:nvCxnSpPr>
        <p:spPr>
          <a:xfrm>
            <a:off x="6896100" y="3233703"/>
            <a:ext cx="21336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F8C225AD-C009-894E-8AFA-C94EAA06509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096000" cy="6858000"/>
          </a:xfrm>
        </p:spPr>
        <p:txBody>
          <a:bodyPr rtlCol="0"/>
          <a:lstStyle/>
          <a:p>
            <a:pPr rtl="0"/>
            <a:r>
              <a:rPr lang="en-US" noProof="0"/>
              <a:t>Click icon to add picture</a:t>
            </a:r>
            <a:endParaRPr lang="en-GB" noProof="0" dirty="0"/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FFEF81ED-50DF-3946-87D9-407C13C3CE9F}"/>
              </a:ext>
            </a:extLst>
          </p:cNvPr>
          <p:cNvGrpSpPr>
            <a:grpSpLocks/>
          </p:cNvGrpSpPr>
          <p:nvPr userDrawn="1"/>
        </p:nvGrpSpPr>
        <p:grpSpPr bwMode="auto">
          <a:xfrm rot="10800000">
            <a:off x="8870040" y="0"/>
            <a:ext cx="3325208" cy="3325208"/>
            <a:chOff x="0" y="12289"/>
            <a:chExt cx="3550" cy="3551"/>
          </a:xfrm>
        </p:grpSpPr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4B6857A0-601C-9C40-ADB4-7927C7A4ECA0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n-GB" noProof="0" dirty="0"/>
            </a:p>
          </p:txBody>
        </p:sp>
        <p:sp>
          <p:nvSpPr>
            <p:cNvPr id="32" name="Freeform 31">
              <a:extLst>
                <a:ext uri="{FF2B5EF4-FFF2-40B4-BE49-F238E27FC236}">
                  <a16:creationId xmlns:a16="http://schemas.microsoft.com/office/drawing/2014/main" id="{31562ACC-ECB3-4841-A52C-00DAFF438EBF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n-GB" noProof="0" dirty="0"/>
            </a:p>
          </p:txBody>
        </p:sp>
        <p:sp>
          <p:nvSpPr>
            <p:cNvPr id="33" name="Freeform 32">
              <a:extLst>
                <a:ext uri="{FF2B5EF4-FFF2-40B4-BE49-F238E27FC236}">
                  <a16:creationId xmlns:a16="http://schemas.microsoft.com/office/drawing/2014/main" id="{77C317B8-91B4-7040-AB8C-CE822CA28AAD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n-GB" noProof="0" dirty="0"/>
            </a:p>
          </p:txBody>
        </p:sp>
      </p:grpSp>
    </p:spTree>
    <p:extLst>
      <p:ext uri="{BB962C8B-B14F-4D97-AF65-F5344CB8AC3E}">
        <p14:creationId xmlns:p14="http://schemas.microsoft.com/office/powerpoint/2010/main" val="9991307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ED84C6-50E6-6C43-8031-AFF6268E0C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71550" y="1825625"/>
            <a:ext cx="1038225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Quarter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12" name="Title Placeholder 11">
            <a:extLst>
              <a:ext uri="{FF2B5EF4-FFF2-40B4-BE49-F238E27FC236}">
                <a16:creationId xmlns:a16="http://schemas.microsoft.com/office/drawing/2014/main" id="{D41FC0AE-253D-D242-9C88-017078F8A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2500" y="365125"/>
            <a:ext cx="104013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30" name="Date Placeholder 3">
            <a:extLst>
              <a:ext uri="{FF2B5EF4-FFF2-40B4-BE49-F238E27FC236}">
                <a16:creationId xmlns:a16="http://schemas.microsoft.com/office/drawing/2014/main" id="{EF47083A-6D76-4B4D-87CA-E08E212F78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992120" y="6332220"/>
            <a:ext cx="131318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100" b="0" i="0">
                <a:solidFill>
                  <a:schemeClr val="bg1"/>
                </a:solidFill>
                <a:latin typeface="+mn-lt"/>
              </a:defRPr>
            </a:lvl1pPr>
          </a:lstStyle>
          <a:p>
            <a:pPr rtl="0"/>
            <a:fld id="{8AC5E797-DDC7-4716-ABC9-2C172A510C23}" type="datetime3">
              <a:rPr lang="en-GB" noProof="0" smtClean="0">
                <a:latin typeface="+mn-lt"/>
              </a:rPr>
              <a:t>20 April, 2025</a:t>
            </a:fld>
            <a:endParaRPr lang="en-GB" noProof="0">
              <a:latin typeface="+mn-lt"/>
            </a:endParaRPr>
          </a:p>
        </p:txBody>
      </p:sp>
      <p:sp>
        <p:nvSpPr>
          <p:cNvPr id="31" name="Footer Placeholder 4">
            <a:extLst>
              <a:ext uri="{FF2B5EF4-FFF2-40B4-BE49-F238E27FC236}">
                <a16:creationId xmlns:a16="http://schemas.microsoft.com/office/drawing/2014/main" id="{C9955F1C-C0B1-BA44-8905-6991FA0D1EF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94790" y="6332220"/>
            <a:ext cx="149733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100" b="0" i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en-GB" noProof="0"/>
              <a:t>Annual Review</a:t>
            </a:r>
            <a:endParaRPr lang="en-GB" b="0" noProof="0"/>
          </a:p>
        </p:txBody>
      </p:sp>
      <p:sp>
        <p:nvSpPr>
          <p:cNvPr id="32" name="Slide Number Placeholder 5">
            <a:extLst>
              <a:ext uri="{FF2B5EF4-FFF2-40B4-BE49-F238E27FC236}">
                <a16:creationId xmlns:a16="http://schemas.microsoft.com/office/drawing/2014/main" id="{C8ADA0DF-3751-9A48-8A21-59F01C782D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71550" y="6332220"/>
            <a:ext cx="52324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100" b="0" i="0">
                <a:solidFill>
                  <a:schemeClr val="bg1"/>
                </a:solidFill>
                <a:latin typeface="+mn-lt"/>
              </a:defRPr>
            </a:lvl1pPr>
          </a:lstStyle>
          <a:p>
            <a:pPr rtl="0"/>
            <a:fld id="{294A09A9-5501-47C1-A89A-A340965A2BE2}" type="slidenum">
              <a:rPr lang="en-GB" noProof="0" smtClean="0"/>
              <a:pPr/>
              <a:t>‹#›</a:t>
            </a:fld>
            <a:endParaRPr lang="en-GB" noProof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51589224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59" r:id="rId1"/>
    <p:sldLayoutId id="2147483693" r:id="rId2"/>
    <p:sldLayoutId id="2147483671" r:id="rId3"/>
    <p:sldLayoutId id="2147483672" r:id="rId4"/>
    <p:sldLayoutId id="2147483673" r:id="rId5"/>
    <p:sldLayoutId id="2147483684" r:id="rId6"/>
    <p:sldLayoutId id="2147483675" r:id="rId7"/>
    <p:sldLayoutId id="2147483676" r:id="rId8"/>
    <p:sldLayoutId id="2147483677" r:id="rId9"/>
    <p:sldLayoutId id="2147483685" r:id="rId10"/>
    <p:sldLayoutId id="2147483688" r:id="rId11"/>
    <p:sldLayoutId id="2147483692" r:id="rId12"/>
    <p:sldLayoutId id="2147483682" r:id="rId13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i="0" kern="1200" spc="100" baseline="0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  <p15:guide id="3" pos="240">
          <p15:clr>
            <a:srgbClr val="547EBF"/>
          </p15:clr>
        </p15:guide>
        <p15:guide id="4" orient="horz" pos="240">
          <p15:clr>
            <a:srgbClr val="547EBF"/>
          </p15:clr>
        </p15:guide>
        <p15:guide id="5" pos="7440">
          <p15:clr>
            <a:srgbClr val="547EBF"/>
          </p15:clr>
        </p15:guide>
        <p15:guide id="6" orient="horz" pos="4080">
          <p15:clr>
            <a:srgbClr val="547EBF"/>
          </p15:clr>
        </p15:guide>
        <p15:guide id="7" pos="600" userDrawn="1">
          <p15:clr>
            <a:srgbClr val="547EBF"/>
          </p15:clr>
        </p15:guide>
        <p15:guide id="8" pos="3720">
          <p15:clr>
            <a:srgbClr val="547EBF"/>
          </p15:clr>
        </p15:guide>
        <p15:guide id="9" pos="2112">
          <p15:clr>
            <a:srgbClr val="547EBF"/>
          </p15:clr>
        </p15:guide>
        <p15:guide id="10" pos="1848">
          <p15:clr>
            <a:srgbClr val="547EBF"/>
          </p15:clr>
        </p15:guide>
        <p15:guide id="11" pos="5568">
          <p15:clr>
            <a:srgbClr val="547EBF"/>
          </p15:clr>
        </p15:guide>
        <p15:guide id="12" pos="5832">
          <p15:clr>
            <a:srgbClr val="547EBF"/>
          </p15:clr>
        </p15:guide>
        <p15:guide id="13" pos="4968">
          <p15:clr>
            <a:srgbClr val="9FCC3B"/>
          </p15:clr>
        </p15:guide>
        <p15:guide id="14" pos="5208">
          <p15:clr>
            <a:srgbClr val="9FCC3B"/>
          </p15:clr>
        </p15:guide>
        <p15:guide id="15" pos="2712">
          <p15:clr>
            <a:srgbClr val="9FCC3B"/>
          </p15:clr>
        </p15:guide>
        <p15:guide id="16" pos="2472">
          <p15:clr>
            <a:srgbClr val="9FCC3B"/>
          </p15:clr>
        </p15:guide>
        <p15:guide id="17" pos="39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3.xml"/><Relationship Id="rId1" Type="http://schemas.openxmlformats.org/officeDocument/2006/relationships/themeOverride" Target="../theme/themeOverride1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oogle Shape;449;p20">
            <a:extLst>
              <a:ext uri="{FF2B5EF4-FFF2-40B4-BE49-F238E27FC236}">
                <a16:creationId xmlns:a16="http://schemas.microsoft.com/office/drawing/2014/main" id="{7B240C05-4A2D-AE58-1E54-1B7229DE9B7B}"/>
              </a:ext>
            </a:extLst>
          </p:cNvPr>
          <p:cNvGrpSpPr/>
          <p:nvPr/>
        </p:nvGrpSpPr>
        <p:grpSpPr>
          <a:xfrm>
            <a:off x="4853353" y="304798"/>
            <a:ext cx="6442563" cy="6248403"/>
            <a:chOff x="457200" y="1480536"/>
            <a:chExt cx="3043673" cy="2832184"/>
          </a:xfrm>
          <a:solidFill>
            <a:srgbClr val="E2E2E2">
              <a:alpha val="34000"/>
            </a:srgbClr>
          </a:solidFill>
        </p:grpSpPr>
        <p:sp>
          <p:nvSpPr>
            <p:cNvPr id="9" name="Google Shape;450;p20">
              <a:extLst>
                <a:ext uri="{FF2B5EF4-FFF2-40B4-BE49-F238E27FC236}">
                  <a16:creationId xmlns:a16="http://schemas.microsoft.com/office/drawing/2014/main" id="{35DD61E6-CD9D-67EF-1EDA-677C09A9BD34}"/>
                </a:ext>
              </a:extLst>
            </p:cNvPr>
            <p:cNvSpPr/>
            <p:nvPr/>
          </p:nvSpPr>
          <p:spPr>
            <a:xfrm>
              <a:off x="457200" y="2006240"/>
              <a:ext cx="2815996" cy="2306480"/>
            </a:xfrm>
            <a:custGeom>
              <a:avLst/>
              <a:gdLst/>
              <a:ahLst/>
              <a:cxnLst/>
              <a:rect l="l" t="t" r="r" b="b"/>
              <a:pathLst>
                <a:path w="35156" h="28795" extrusionOk="0">
                  <a:moveTo>
                    <a:pt x="5470" y="1"/>
                  </a:moveTo>
                  <a:lnTo>
                    <a:pt x="5281" y="126"/>
                  </a:lnTo>
                  <a:lnTo>
                    <a:pt x="4074" y="1283"/>
                  </a:lnTo>
                  <a:lnTo>
                    <a:pt x="1647" y="3710"/>
                  </a:lnTo>
                  <a:lnTo>
                    <a:pt x="843" y="4515"/>
                  </a:lnTo>
                  <a:lnTo>
                    <a:pt x="491" y="4854"/>
                  </a:lnTo>
                  <a:lnTo>
                    <a:pt x="113" y="5244"/>
                  </a:lnTo>
                  <a:lnTo>
                    <a:pt x="25" y="5420"/>
                  </a:lnTo>
                  <a:lnTo>
                    <a:pt x="63" y="5470"/>
                  </a:lnTo>
                  <a:lnTo>
                    <a:pt x="201" y="5558"/>
                  </a:lnTo>
                  <a:lnTo>
                    <a:pt x="403" y="5759"/>
                  </a:lnTo>
                  <a:lnTo>
                    <a:pt x="453" y="5923"/>
                  </a:lnTo>
                  <a:lnTo>
                    <a:pt x="415" y="6023"/>
                  </a:lnTo>
                  <a:lnTo>
                    <a:pt x="264" y="6401"/>
                  </a:lnTo>
                  <a:lnTo>
                    <a:pt x="201" y="6765"/>
                  </a:lnTo>
                  <a:lnTo>
                    <a:pt x="189" y="6853"/>
                  </a:lnTo>
                  <a:lnTo>
                    <a:pt x="226" y="6992"/>
                  </a:lnTo>
                  <a:lnTo>
                    <a:pt x="340" y="7080"/>
                  </a:lnTo>
                  <a:lnTo>
                    <a:pt x="516" y="7117"/>
                  </a:lnTo>
                  <a:lnTo>
                    <a:pt x="629" y="7105"/>
                  </a:lnTo>
                  <a:lnTo>
                    <a:pt x="956" y="7105"/>
                  </a:lnTo>
                  <a:lnTo>
                    <a:pt x="1119" y="7230"/>
                  </a:lnTo>
                  <a:lnTo>
                    <a:pt x="1195" y="7532"/>
                  </a:lnTo>
                  <a:lnTo>
                    <a:pt x="1182" y="7784"/>
                  </a:lnTo>
                  <a:lnTo>
                    <a:pt x="1157" y="8349"/>
                  </a:lnTo>
                  <a:lnTo>
                    <a:pt x="1107" y="9167"/>
                  </a:lnTo>
                  <a:lnTo>
                    <a:pt x="1031" y="9632"/>
                  </a:lnTo>
                  <a:lnTo>
                    <a:pt x="968" y="9821"/>
                  </a:lnTo>
                  <a:lnTo>
                    <a:pt x="918" y="9997"/>
                  </a:lnTo>
                  <a:lnTo>
                    <a:pt x="968" y="10336"/>
                  </a:lnTo>
                  <a:lnTo>
                    <a:pt x="1157" y="10839"/>
                  </a:lnTo>
                  <a:lnTo>
                    <a:pt x="1207" y="11141"/>
                  </a:lnTo>
                  <a:lnTo>
                    <a:pt x="1207" y="11279"/>
                  </a:lnTo>
                  <a:lnTo>
                    <a:pt x="1144" y="11493"/>
                  </a:lnTo>
                  <a:lnTo>
                    <a:pt x="1006" y="11644"/>
                  </a:lnTo>
                  <a:lnTo>
                    <a:pt x="792" y="11757"/>
                  </a:lnTo>
                  <a:lnTo>
                    <a:pt x="667" y="11795"/>
                  </a:lnTo>
                  <a:lnTo>
                    <a:pt x="528" y="11832"/>
                  </a:lnTo>
                  <a:lnTo>
                    <a:pt x="377" y="11958"/>
                  </a:lnTo>
                  <a:lnTo>
                    <a:pt x="264" y="12285"/>
                  </a:lnTo>
                  <a:lnTo>
                    <a:pt x="214" y="12612"/>
                  </a:lnTo>
                  <a:lnTo>
                    <a:pt x="201" y="12700"/>
                  </a:lnTo>
                  <a:lnTo>
                    <a:pt x="226" y="12801"/>
                  </a:lnTo>
                  <a:lnTo>
                    <a:pt x="352" y="12838"/>
                  </a:lnTo>
                  <a:lnTo>
                    <a:pt x="579" y="12813"/>
                  </a:lnTo>
                  <a:lnTo>
                    <a:pt x="704" y="12813"/>
                  </a:lnTo>
                  <a:lnTo>
                    <a:pt x="729" y="12876"/>
                  </a:lnTo>
                  <a:lnTo>
                    <a:pt x="729" y="12926"/>
                  </a:lnTo>
                  <a:lnTo>
                    <a:pt x="654" y="13127"/>
                  </a:lnTo>
                  <a:lnTo>
                    <a:pt x="491" y="13404"/>
                  </a:lnTo>
                  <a:lnTo>
                    <a:pt x="403" y="13618"/>
                  </a:lnTo>
                  <a:lnTo>
                    <a:pt x="365" y="13744"/>
                  </a:lnTo>
                  <a:lnTo>
                    <a:pt x="403" y="13970"/>
                  </a:lnTo>
                  <a:lnTo>
                    <a:pt x="541" y="14246"/>
                  </a:lnTo>
                  <a:lnTo>
                    <a:pt x="579" y="14360"/>
                  </a:lnTo>
                  <a:lnTo>
                    <a:pt x="616" y="14485"/>
                  </a:lnTo>
                  <a:lnTo>
                    <a:pt x="641" y="14724"/>
                  </a:lnTo>
                  <a:lnTo>
                    <a:pt x="503" y="14875"/>
                  </a:lnTo>
                  <a:lnTo>
                    <a:pt x="352" y="14925"/>
                  </a:lnTo>
                  <a:lnTo>
                    <a:pt x="201" y="14976"/>
                  </a:lnTo>
                  <a:lnTo>
                    <a:pt x="88" y="15064"/>
                  </a:lnTo>
                  <a:lnTo>
                    <a:pt x="101" y="15265"/>
                  </a:lnTo>
                  <a:lnTo>
                    <a:pt x="25" y="15554"/>
                  </a:lnTo>
                  <a:lnTo>
                    <a:pt x="0" y="15630"/>
                  </a:lnTo>
                  <a:lnTo>
                    <a:pt x="25" y="15768"/>
                  </a:lnTo>
                  <a:lnTo>
                    <a:pt x="138" y="15906"/>
                  </a:lnTo>
                  <a:lnTo>
                    <a:pt x="390" y="16044"/>
                  </a:lnTo>
                  <a:lnTo>
                    <a:pt x="541" y="16170"/>
                  </a:lnTo>
                  <a:lnTo>
                    <a:pt x="579" y="16283"/>
                  </a:lnTo>
                  <a:lnTo>
                    <a:pt x="566" y="16346"/>
                  </a:lnTo>
                  <a:lnTo>
                    <a:pt x="553" y="16497"/>
                  </a:lnTo>
                  <a:lnTo>
                    <a:pt x="667" y="16711"/>
                  </a:lnTo>
                  <a:lnTo>
                    <a:pt x="843" y="16887"/>
                  </a:lnTo>
                  <a:lnTo>
                    <a:pt x="931" y="17088"/>
                  </a:lnTo>
                  <a:lnTo>
                    <a:pt x="880" y="17226"/>
                  </a:lnTo>
                  <a:lnTo>
                    <a:pt x="830" y="17340"/>
                  </a:lnTo>
                  <a:lnTo>
                    <a:pt x="868" y="17465"/>
                  </a:lnTo>
                  <a:lnTo>
                    <a:pt x="968" y="17503"/>
                  </a:lnTo>
                  <a:lnTo>
                    <a:pt x="1081" y="17553"/>
                  </a:lnTo>
                  <a:lnTo>
                    <a:pt x="1119" y="17616"/>
                  </a:lnTo>
                  <a:lnTo>
                    <a:pt x="1119" y="17742"/>
                  </a:lnTo>
                  <a:lnTo>
                    <a:pt x="1069" y="17880"/>
                  </a:lnTo>
                  <a:lnTo>
                    <a:pt x="1069" y="17993"/>
                  </a:lnTo>
                  <a:lnTo>
                    <a:pt x="1119" y="18056"/>
                  </a:lnTo>
                  <a:lnTo>
                    <a:pt x="1207" y="18157"/>
                  </a:lnTo>
                  <a:lnTo>
                    <a:pt x="1773" y="18534"/>
                  </a:lnTo>
                  <a:lnTo>
                    <a:pt x="2766" y="19075"/>
                  </a:lnTo>
                  <a:lnTo>
                    <a:pt x="4149" y="19741"/>
                  </a:lnTo>
                  <a:lnTo>
                    <a:pt x="4992" y="20093"/>
                  </a:lnTo>
                  <a:lnTo>
                    <a:pt x="5457" y="20282"/>
                  </a:lnTo>
                  <a:lnTo>
                    <a:pt x="6740" y="20684"/>
                  </a:lnTo>
                  <a:lnTo>
                    <a:pt x="9129" y="21338"/>
                  </a:lnTo>
                  <a:lnTo>
                    <a:pt x="14070" y="22470"/>
                  </a:lnTo>
                  <a:lnTo>
                    <a:pt x="15340" y="22708"/>
                  </a:lnTo>
                  <a:lnTo>
                    <a:pt x="15692" y="22734"/>
                  </a:lnTo>
                  <a:lnTo>
                    <a:pt x="16044" y="22809"/>
                  </a:lnTo>
                  <a:lnTo>
                    <a:pt x="16233" y="22922"/>
                  </a:lnTo>
                  <a:lnTo>
                    <a:pt x="16308" y="23023"/>
                  </a:lnTo>
                  <a:lnTo>
                    <a:pt x="16371" y="23111"/>
                  </a:lnTo>
                  <a:lnTo>
                    <a:pt x="16484" y="23211"/>
                  </a:lnTo>
                  <a:lnTo>
                    <a:pt x="16660" y="23237"/>
                  </a:lnTo>
                  <a:lnTo>
                    <a:pt x="16874" y="23262"/>
                  </a:lnTo>
                  <a:lnTo>
                    <a:pt x="17100" y="23325"/>
                  </a:lnTo>
                  <a:lnTo>
                    <a:pt x="17326" y="23450"/>
                  </a:lnTo>
                  <a:lnTo>
                    <a:pt x="17553" y="23488"/>
                  </a:lnTo>
                  <a:lnTo>
                    <a:pt x="17704" y="23475"/>
                  </a:lnTo>
                  <a:lnTo>
                    <a:pt x="17867" y="23450"/>
                  </a:lnTo>
                  <a:lnTo>
                    <a:pt x="18119" y="23475"/>
                  </a:lnTo>
                  <a:lnTo>
                    <a:pt x="18458" y="23576"/>
                  </a:lnTo>
                  <a:lnTo>
                    <a:pt x="18697" y="23626"/>
                  </a:lnTo>
                  <a:lnTo>
                    <a:pt x="18961" y="23639"/>
                  </a:lnTo>
                  <a:lnTo>
                    <a:pt x="19363" y="23501"/>
                  </a:lnTo>
                  <a:lnTo>
                    <a:pt x="19539" y="23475"/>
                  </a:lnTo>
                  <a:lnTo>
                    <a:pt x="19766" y="23501"/>
                  </a:lnTo>
                  <a:lnTo>
                    <a:pt x="20520" y="23777"/>
                  </a:lnTo>
                  <a:lnTo>
                    <a:pt x="20860" y="23978"/>
                  </a:lnTo>
                  <a:lnTo>
                    <a:pt x="21564" y="24431"/>
                  </a:lnTo>
                  <a:lnTo>
                    <a:pt x="21853" y="24607"/>
                  </a:lnTo>
                  <a:lnTo>
                    <a:pt x="21916" y="24632"/>
                  </a:lnTo>
                  <a:lnTo>
                    <a:pt x="21966" y="24708"/>
                  </a:lnTo>
                  <a:lnTo>
                    <a:pt x="21991" y="24808"/>
                  </a:lnTo>
                  <a:lnTo>
                    <a:pt x="22067" y="24921"/>
                  </a:lnTo>
                  <a:lnTo>
                    <a:pt x="22155" y="24959"/>
                  </a:lnTo>
                  <a:lnTo>
                    <a:pt x="22318" y="25047"/>
                  </a:lnTo>
                  <a:lnTo>
                    <a:pt x="22419" y="25223"/>
                  </a:lnTo>
                  <a:lnTo>
                    <a:pt x="22444" y="25324"/>
                  </a:lnTo>
                  <a:lnTo>
                    <a:pt x="22519" y="25437"/>
                  </a:lnTo>
                  <a:lnTo>
                    <a:pt x="22934" y="25915"/>
                  </a:lnTo>
                  <a:lnTo>
                    <a:pt x="23135" y="26191"/>
                  </a:lnTo>
                  <a:lnTo>
                    <a:pt x="23211" y="26355"/>
                  </a:lnTo>
                  <a:lnTo>
                    <a:pt x="23311" y="26807"/>
                  </a:lnTo>
                  <a:lnTo>
                    <a:pt x="23337" y="27310"/>
                  </a:lnTo>
                  <a:lnTo>
                    <a:pt x="23286" y="27725"/>
                  </a:lnTo>
                  <a:lnTo>
                    <a:pt x="23223" y="27838"/>
                  </a:lnTo>
                  <a:lnTo>
                    <a:pt x="23085" y="28027"/>
                  </a:lnTo>
                  <a:lnTo>
                    <a:pt x="22897" y="28329"/>
                  </a:lnTo>
                  <a:lnTo>
                    <a:pt x="22871" y="28429"/>
                  </a:lnTo>
                  <a:lnTo>
                    <a:pt x="22859" y="28543"/>
                  </a:lnTo>
                  <a:lnTo>
                    <a:pt x="22871" y="28706"/>
                  </a:lnTo>
                  <a:lnTo>
                    <a:pt x="23035" y="28794"/>
                  </a:lnTo>
                  <a:lnTo>
                    <a:pt x="23337" y="28781"/>
                  </a:lnTo>
                  <a:lnTo>
                    <a:pt x="23500" y="28769"/>
                  </a:lnTo>
                  <a:lnTo>
                    <a:pt x="23739" y="28693"/>
                  </a:lnTo>
                  <a:lnTo>
                    <a:pt x="23940" y="28480"/>
                  </a:lnTo>
                  <a:lnTo>
                    <a:pt x="24041" y="28316"/>
                  </a:lnTo>
                  <a:lnTo>
                    <a:pt x="24091" y="28241"/>
                  </a:lnTo>
                  <a:lnTo>
                    <a:pt x="24192" y="28153"/>
                  </a:lnTo>
                  <a:lnTo>
                    <a:pt x="24418" y="28090"/>
                  </a:lnTo>
                  <a:lnTo>
                    <a:pt x="24783" y="28027"/>
                  </a:lnTo>
                  <a:lnTo>
                    <a:pt x="24996" y="27989"/>
                  </a:lnTo>
                  <a:lnTo>
                    <a:pt x="25311" y="27864"/>
                  </a:lnTo>
                  <a:lnTo>
                    <a:pt x="25512" y="27700"/>
                  </a:lnTo>
                  <a:lnTo>
                    <a:pt x="25575" y="27524"/>
                  </a:lnTo>
                  <a:lnTo>
                    <a:pt x="25550" y="27424"/>
                  </a:lnTo>
                  <a:lnTo>
                    <a:pt x="25462" y="27247"/>
                  </a:lnTo>
                  <a:lnTo>
                    <a:pt x="25462" y="27009"/>
                  </a:lnTo>
                  <a:lnTo>
                    <a:pt x="25575" y="26870"/>
                  </a:lnTo>
                  <a:lnTo>
                    <a:pt x="25688" y="26807"/>
                  </a:lnTo>
                  <a:lnTo>
                    <a:pt x="25964" y="26719"/>
                  </a:lnTo>
                  <a:lnTo>
                    <a:pt x="26493" y="26657"/>
                  </a:lnTo>
                  <a:lnTo>
                    <a:pt x="26706" y="26569"/>
                  </a:lnTo>
                  <a:lnTo>
                    <a:pt x="26794" y="26480"/>
                  </a:lnTo>
                  <a:lnTo>
                    <a:pt x="26819" y="26405"/>
                  </a:lnTo>
                  <a:lnTo>
                    <a:pt x="26920" y="26141"/>
                  </a:lnTo>
                  <a:lnTo>
                    <a:pt x="27285" y="25613"/>
                  </a:lnTo>
                  <a:lnTo>
                    <a:pt x="27536" y="25299"/>
                  </a:lnTo>
                  <a:lnTo>
                    <a:pt x="27662" y="25160"/>
                  </a:lnTo>
                  <a:lnTo>
                    <a:pt x="27938" y="24997"/>
                  </a:lnTo>
                  <a:lnTo>
                    <a:pt x="28391" y="24921"/>
                  </a:lnTo>
                  <a:lnTo>
                    <a:pt x="28768" y="24884"/>
                  </a:lnTo>
                  <a:lnTo>
                    <a:pt x="28957" y="24859"/>
                  </a:lnTo>
                  <a:lnTo>
                    <a:pt x="29208" y="24720"/>
                  </a:lnTo>
                  <a:lnTo>
                    <a:pt x="29435" y="24494"/>
                  </a:lnTo>
                  <a:lnTo>
                    <a:pt x="29611" y="24406"/>
                  </a:lnTo>
                  <a:lnTo>
                    <a:pt x="29711" y="24368"/>
                  </a:lnTo>
                  <a:lnTo>
                    <a:pt x="29799" y="24293"/>
                  </a:lnTo>
                  <a:lnTo>
                    <a:pt x="29875" y="24142"/>
                  </a:lnTo>
                  <a:lnTo>
                    <a:pt x="30026" y="24041"/>
                  </a:lnTo>
                  <a:lnTo>
                    <a:pt x="30076" y="24016"/>
                  </a:lnTo>
                  <a:lnTo>
                    <a:pt x="30126" y="23903"/>
                  </a:lnTo>
                  <a:lnTo>
                    <a:pt x="30164" y="23639"/>
                  </a:lnTo>
                  <a:lnTo>
                    <a:pt x="30114" y="22998"/>
                  </a:lnTo>
                  <a:lnTo>
                    <a:pt x="30126" y="22734"/>
                  </a:lnTo>
                  <a:lnTo>
                    <a:pt x="30177" y="22583"/>
                  </a:lnTo>
                  <a:lnTo>
                    <a:pt x="30403" y="22407"/>
                  </a:lnTo>
                  <a:lnTo>
                    <a:pt x="30541" y="22281"/>
                  </a:lnTo>
                  <a:lnTo>
                    <a:pt x="30604" y="22205"/>
                  </a:lnTo>
                  <a:lnTo>
                    <a:pt x="30755" y="22143"/>
                  </a:lnTo>
                  <a:lnTo>
                    <a:pt x="30981" y="22143"/>
                  </a:lnTo>
                  <a:lnTo>
                    <a:pt x="31157" y="22193"/>
                  </a:lnTo>
                  <a:lnTo>
                    <a:pt x="31245" y="22243"/>
                  </a:lnTo>
                  <a:lnTo>
                    <a:pt x="31321" y="22470"/>
                  </a:lnTo>
                  <a:lnTo>
                    <a:pt x="31371" y="22746"/>
                  </a:lnTo>
                  <a:lnTo>
                    <a:pt x="31446" y="22972"/>
                  </a:lnTo>
                  <a:lnTo>
                    <a:pt x="31522" y="23035"/>
                  </a:lnTo>
                  <a:lnTo>
                    <a:pt x="31610" y="23073"/>
                  </a:lnTo>
                  <a:lnTo>
                    <a:pt x="31698" y="23224"/>
                  </a:lnTo>
                  <a:lnTo>
                    <a:pt x="31773" y="23387"/>
                  </a:lnTo>
                  <a:lnTo>
                    <a:pt x="31899" y="23501"/>
                  </a:lnTo>
                  <a:lnTo>
                    <a:pt x="32000" y="23538"/>
                  </a:lnTo>
                  <a:lnTo>
                    <a:pt x="32100" y="23538"/>
                  </a:lnTo>
                  <a:lnTo>
                    <a:pt x="32301" y="23413"/>
                  </a:lnTo>
                  <a:lnTo>
                    <a:pt x="32628" y="23111"/>
                  </a:lnTo>
                  <a:lnTo>
                    <a:pt x="32892" y="22947"/>
                  </a:lnTo>
                  <a:lnTo>
                    <a:pt x="33018" y="22872"/>
                  </a:lnTo>
                  <a:lnTo>
                    <a:pt x="33119" y="22708"/>
                  </a:lnTo>
                  <a:lnTo>
                    <a:pt x="33131" y="22482"/>
                  </a:lnTo>
                  <a:lnTo>
                    <a:pt x="33169" y="22419"/>
                  </a:lnTo>
                  <a:lnTo>
                    <a:pt x="33245" y="22457"/>
                  </a:lnTo>
                  <a:lnTo>
                    <a:pt x="33408" y="22620"/>
                  </a:lnTo>
                  <a:lnTo>
                    <a:pt x="33597" y="22696"/>
                  </a:lnTo>
                  <a:lnTo>
                    <a:pt x="33735" y="22708"/>
                  </a:lnTo>
                  <a:lnTo>
                    <a:pt x="33861" y="22721"/>
                  </a:lnTo>
                  <a:lnTo>
                    <a:pt x="33961" y="22796"/>
                  </a:lnTo>
                  <a:lnTo>
                    <a:pt x="33886" y="22985"/>
                  </a:lnTo>
                  <a:lnTo>
                    <a:pt x="33747" y="23136"/>
                  </a:lnTo>
                  <a:lnTo>
                    <a:pt x="33534" y="23325"/>
                  </a:lnTo>
                  <a:lnTo>
                    <a:pt x="33245" y="23563"/>
                  </a:lnTo>
                  <a:lnTo>
                    <a:pt x="33081" y="23739"/>
                  </a:lnTo>
                  <a:lnTo>
                    <a:pt x="32980" y="24016"/>
                  </a:lnTo>
                  <a:lnTo>
                    <a:pt x="33006" y="24205"/>
                  </a:lnTo>
                  <a:lnTo>
                    <a:pt x="33043" y="24305"/>
                  </a:lnTo>
                  <a:lnTo>
                    <a:pt x="33081" y="24393"/>
                  </a:lnTo>
                  <a:lnTo>
                    <a:pt x="33194" y="24481"/>
                  </a:lnTo>
                  <a:lnTo>
                    <a:pt x="33320" y="24456"/>
                  </a:lnTo>
                  <a:lnTo>
                    <a:pt x="33471" y="24305"/>
                  </a:lnTo>
                  <a:lnTo>
                    <a:pt x="33546" y="24192"/>
                  </a:lnTo>
                  <a:lnTo>
                    <a:pt x="33647" y="23941"/>
                  </a:lnTo>
                  <a:lnTo>
                    <a:pt x="33747" y="23614"/>
                  </a:lnTo>
                  <a:lnTo>
                    <a:pt x="33911" y="23463"/>
                  </a:lnTo>
                  <a:lnTo>
                    <a:pt x="34062" y="23413"/>
                  </a:lnTo>
                  <a:lnTo>
                    <a:pt x="34225" y="23362"/>
                  </a:lnTo>
                  <a:lnTo>
                    <a:pt x="34414" y="23186"/>
                  </a:lnTo>
                  <a:lnTo>
                    <a:pt x="34540" y="22935"/>
                  </a:lnTo>
                  <a:lnTo>
                    <a:pt x="34703" y="22658"/>
                  </a:lnTo>
                  <a:lnTo>
                    <a:pt x="34829" y="22545"/>
                  </a:lnTo>
                  <a:lnTo>
                    <a:pt x="35068" y="22369"/>
                  </a:lnTo>
                  <a:lnTo>
                    <a:pt x="35156" y="22268"/>
                  </a:lnTo>
                  <a:lnTo>
                    <a:pt x="35080" y="22155"/>
                  </a:lnTo>
                  <a:lnTo>
                    <a:pt x="35030" y="22080"/>
                  </a:lnTo>
                  <a:lnTo>
                    <a:pt x="34904" y="22067"/>
                  </a:lnTo>
                  <a:lnTo>
                    <a:pt x="34665" y="22193"/>
                  </a:lnTo>
                  <a:lnTo>
                    <a:pt x="34452" y="22294"/>
                  </a:lnTo>
                  <a:lnTo>
                    <a:pt x="34162" y="22407"/>
                  </a:lnTo>
                  <a:lnTo>
                    <a:pt x="33999" y="22407"/>
                  </a:lnTo>
                  <a:lnTo>
                    <a:pt x="33773" y="22444"/>
                  </a:lnTo>
                  <a:lnTo>
                    <a:pt x="33584" y="22495"/>
                  </a:lnTo>
                  <a:lnTo>
                    <a:pt x="33483" y="22520"/>
                  </a:lnTo>
                  <a:lnTo>
                    <a:pt x="33370" y="22532"/>
                  </a:lnTo>
                  <a:lnTo>
                    <a:pt x="33358" y="22507"/>
                  </a:lnTo>
                  <a:lnTo>
                    <a:pt x="33383" y="22470"/>
                  </a:lnTo>
                  <a:lnTo>
                    <a:pt x="33408" y="22444"/>
                  </a:lnTo>
                  <a:lnTo>
                    <a:pt x="33358" y="22382"/>
                  </a:lnTo>
                  <a:lnTo>
                    <a:pt x="33144" y="22268"/>
                  </a:lnTo>
                  <a:lnTo>
                    <a:pt x="33018" y="22130"/>
                  </a:lnTo>
                  <a:lnTo>
                    <a:pt x="32892" y="21992"/>
                  </a:lnTo>
                  <a:lnTo>
                    <a:pt x="32528" y="21803"/>
                  </a:lnTo>
                  <a:lnTo>
                    <a:pt x="32440" y="21753"/>
                  </a:lnTo>
                  <a:lnTo>
                    <a:pt x="32427" y="21652"/>
                  </a:lnTo>
                  <a:lnTo>
                    <a:pt x="32465" y="21300"/>
                  </a:lnTo>
                  <a:lnTo>
                    <a:pt x="32440" y="21187"/>
                  </a:lnTo>
                  <a:lnTo>
                    <a:pt x="32415" y="21162"/>
                  </a:lnTo>
                  <a:lnTo>
                    <a:pt x="32289" y="21200"/>
                  </a:lnTo>
                  <a:lnTo>
                    <a:pt x="32063" y="21313"/>
                  </a:lnTo>
                  <a:lnTo>
                    <a:pt x="31937" y="21338"/>
                  </a:lnTo>
                  <a:lnTo>
                    <a:pt x="31824" y="21300"/>
                  </a:lnTo>
                  <a:lnTo>
                    <a:pt x="31736" y="21200"/>
                  </a:lnTo>
                  <a:lnTo>
                    <a:pt x="31773" y="21149"/>
                  </a:lnTo>
                  <a:lnTo>
                    <a:pt x="31912" y="21149"/>
                  </a:lnTo>
                  <a:lnTo>
                    <a:pt x="32063" y="21112"/>
                  </a:lnTo>
                  <a:lnTo>
                    <a:pt x="32239" y="20936"/>
                  </a:lnTo>
                  <a:lnTo>
                    <a:pt x="32301" y="20772"/>
                  </a:lnTo>
                  <a:lnTo>
                    <a:pt x="32364" y="20596"/>
                  </a:lnTo>
                  <a:lnTo>
                    <a:pt x="32503" y="20382"/>
                  </a:lnTo>
                  <a:lnTo>
                    <a:pt x="32503" y="20206"/>
                  </a:lnTo>
                  <a:lnTo>
                    <a:pt x="32452" y="20106"/>
                  </a:lnTo>
                  <a:lnTo>
                    <a:pt x="32377" y="20018"/>
                  </a:lnTo>
                  <a:lnTo>
                    <a:pt x="32163" y="19930"/>
                  </a:lnTo>
                  <a:lnTo>
                    <a:pt x="31912" y="19942"/>
                  </a:lnTo>
                  <a:lnTo>
                    <a:pt x="31660" y="20043"/>
                  </a:lnTo>
                  <a:lnTo>
                    <a:pt x="31535" y="20106"/>
                  </a:lnTo>
                  <a:lnTo>
                    <a:pt x="31270" y="20294"/>
                  </a:lnTo>
                  <a:lnTo>
                    <a:pt x="30554" y="20998"/>
                  </a:lnTo>
                  <a:lnTo>
                    <a:pt x="30239" y="21413"/>
                  </a:lnTo>
                  <a:lnTo>
                    <a:pt x="30114" y="21627"/>
                  </a:lnTo>
                  <a:lnTo>
                    <a:pt x="29900" y="22130"/>
                  </a:lnTo>
                  <a:lnTo>
                    <a:pt x="29724" y="22620"/>
                  </a:lnTo>
                  <a:lnTo>
                    <a:pt x="29573" y="22947"/>
                  </a:lnTo>
                  <a:lnTo>
                    <a:pt x="29498" y="23010"/>
                  </a:lnTo>
                  <a:lnTo>
                    <a:pt x="29460" y="23023"/>
                  </a:lnTo>
                  <a:lnTo>
                    <a:pt x="29422" y="22947"/>
                  </a:lnTo>
                  <a:lnTo>
                    <a:pt x="29435" y="22708"/>
                  </a:lnTo>
                  <a:lnTo>
                    <a:pt x="29598" y="22017"/>
                  </a:lnTo>
                  <a:lnTo>
                    <a:pt x="29724" y="21753"/>
                  </a:lnTo>
                  <a:lnTo>
                    <a:pt x="29837" y="21514"/>
                  </a:lnTo>
                  <a:lnTo>
                    <a:pt x="29900" y="21275"/>
                  </a:lnTo>
                  <a:lnTo>
                    <a:pt x="29988" y="21074"/>
                  </a:lnTo>
                  <a:lnTo>
                    <a:pt x="30390" y="20508"/>
                  </a:lnTo>
                  <a:lnTo>
                    <a:pt x="30579" y="20357"/>
                  </a:lnTo>
                  <a:lnTo>
                    <a:pt x="30642" y="20307"/>
                  </a:lnTo>
                  <a:lnTo>
                    <a:pt x="30692" y="20181"/>
                  </a:lnTo>
                  <a:lnTo>
                    <a:pt x="30667" y="19955"/>
                  </a:lnTo>
                  <a:lnTo>
                    <a:pt x="30717" y="19754"/>
                  </a:lnTo>
                  <a:lnTo>
                    <a:pt x="30805" y="19628"/>
                  </a:lnTo>
                  <a:lnTo>
                    <a:pt x="31446" y="19238"/>
                  </a:lnTo>
                  <a:lnTo>
                    <a:pt x="32792" y="18597"/>
                  </a:lnTo>
                  <a:lnTo>
                    <a:pt x="33395" y="18358"/>
                  </a:lnTo>
                  <a:lnTo>
                    <a:pt x="33760" y="18232"/>
                  </a:lnTo>
                  <a:lnTo>
                    <a:pt x="34062" y="17993"/>
                  </a:lnTo>
                  <a:lnTo>
                    <a:pt x="34200" y="17679"/>
                  </a:lnTo>
                  <a:lnTo>
                    <a:pt x="34250" y="17428"/>
                  </a:lnTo>
                  <a:lnTo>
                    <a:pt x="34313" y="17176"/>
                  </a:lnTo>
                  <a:lnTo>
                    <a:pt x="34439" y="16912"/>
                  </a:lnTo>
                  <a:lnTo>
                    <a:pt x="34640" y="16749"/>
                  </a:lnTo>
                  <a:lnTo>
                    <a:pt x="34791" y="16560"/>
                  </a:lnTo>
                  <a:lnTo>
                    <a:pt x="34942" y="16321"/>
                  </a:lnTo>
                  <a:lnTo>
                    <a:pt x="35105" y="15919"/>
                  </a:lnTo>
                  <a:lnTo>
                    <a:pt x="35131" y="15780"/>
                  </a:lnTo>
                  <a:lnTo>
                    <a:pt x="35143" y="15630"/>
                  </a:lnTo>
                  <a:lnTo>
                    <a:pt x="35080" y="15441"/>
                  </a:lnTo>
                  <a:lnTo>
                    <a:pt x="34992" y="15366"/>
                  </a:lnTo>
                  <a:lnTo>
                    <a:pt x="34929" y="15353"/>
                  </a:lnTo>
                  <a:lnTo>
                    <a:pt x="34816" y="15340"/>
                  </a:lnTo>
                  <a:lnTo>
                    <a:pt x="34728" y="15177"/>
                  </a:lnTo>
                  <a:lnTo>
                    <a:pt x="34728" y="14976"/>
                  </a:lnTo>
                  <a:lnTo>
                    <a:pt x="34716" y="14875"/>
                  </a:lnTo>
                  <a:lnTo>
                    <a:pt x="34665" y="14800"/>
                  </a:lnTo>
                  <a:lnTo>
                    <a:pt x="34565" y="14812"/>
                  </a:lnTo>
                  <a:lnTo>
                    <a:pt x="34452" y="14800"/>
                  </a:lnTo>
                  <a:lnTo>
                    <a:pt x="34414" y="14749"/>
                  </a:lnTo>
                  <a:lnTo>
                    <a:pt x="34364" y="14699"/>
                  </a:lnTo>
                  <a:lnTo>
                    <a:pt x="34250" y="14687"/>
                  </a:lnTo>
                  <a:lnTo>
                    <a:pt x="34074" y="14775"/>
                  </a:lnTo>
                  <a:lnTo>
                    <a:pt x="33986" y="14850"/>
                  </a:lnTo>
                  <a:lnTo>
                    <a:pt x="33949" y="14875"/>
                  </a:lnTo>
                  <a:lnTo>
                    <a:pt x="33898" y="14875"/>
                  </a:lnTo>
                  <a:lnTo>
                    <a:pt x="33861" y="14775"/>
                  </a:lnTo>
                  <a:lnTo>
                    <a:pt x="33823" y="14636"/>
                  </a:lnTo>
                  <a:lnTo>
                    <a:pt x="33785" y="14573"/>
                  </a:lnTo>
                  <a:lnTo>
                    <a:pt x="33710" y="14586"/>
                  </a:lnTo>
                  <a:lnTo>
                    <a:pt x="33521" y="14749"/>
                  </a:lnTo>
                  <a:lnTo>
                    <a:pt x="33358" y="14863"/>
                  </a:lnTo>
                  <a:lnTo>
                    <a:pt x="33270" y="14913"/>
                  </a:lnTo>
                  <a:lnTo>
                    <a:pt x="33156" y="15152"/>
                  </a:lnTo>
                  <a:lnTo>
                    <a:pt x="33043" y="15630"/>
                  </a:lnTo>
                  <a:lnTo>
                    <a:pt x="33006" y="15843"/>
                  </a:lnTo>
                  <a:lnTo>
                    <a:pt x="32980" y="15919"/>
                  </a:lnTo>
                  <a:lnTo>
                    <a:pt x="32880" y="15956"/>
                  </a:lnTo>
                  <a:lnTo>
                    <a:pt x="32754" y="15894"/>
                  </a:lnTo>
                  <a:lnTo>
                    <a:pt x="32666" y="15780"/>
                  </a:lnTo>
                  <a:lnTo>
                    <a:pt x="32654" y="15705"/>
                  </a:lnTo>
                  <a:lnTo>
                    <a:pt x="32641" y="15630"/>
                  </a:lnTo>
                  <a:lnTo>
                    <a:pt x="32515" y="15554"/>
                  </a:lnTo>
                  <a:lnTo>
                    <a:pt x="32402" y="15504"/>
                  </a:lnTo>
                  <a:lnTo>
                    <a:pt x="32415" y="15454"/>
                  </a:lnTo>
                  <a:lnTo>
                    <a:pt x="32528" y="15416"/>
                  </a:lnTo>
                  <a:lnTo>
                    <a:pt x="32641" y="15378"/>
                  </a:lnTo>
                  <a:lnTo>
                    <a:pt x="32754" y="15290"/>
                  </a:lnTo>
                  <a:lnTo>
                    <a:pt x="32779" y="15127"/>
                  </a:lnTo>
                  <a:lnTo>
                    <a:pt x="32842" y="14976"/>
                  </a:lnTo>
                  <a:lnTo>
                    <a:pt x="32968" y="14825"/>
                  </a:lnTo>
                  <a:lnTo>
                    <a:pt x="33270" y="14599"/>
                  </a:lnTo>
                  <a:lnTo>
                    <a:pt x="33421" y="14435"/>
                  </a:lnTo>
                  <a:lnTo>
                    <a:pt x="33446" y="14360"/>
                  </a:lnTo>
                  <a:lnTo>
                    <a:pt x="33433" y="14284"/>
                  </a:lnTo>
                  <a:lnTo>
                    <a:pt x="33320" y="14246"/>
                  </a:lnTo>
                  <a:lnTo>
                    <a:pt x="33031" y="14322"/>
                  </a:lnTo>
                  <a:lnTo>
                    <a:pt x="32892" y="14397"/>
                  </a:lnTo>
                  <a:lnTo>
                    <a:pt x="32792" y="14410"/>
                  </a:lnTo>
                  <a:lnTo>
                    <a:pt x="32666" y="14360"/>
                  </a:lnTo>
                  <a:lnTo>
                    <a:pt x="32603" y="14435"/>
                  </a:lnTo>
                  <a:lnTo>
                    <a:pt x="32591" y="14548"/>
                  </a:lnTo>
                  <a:lnTo>
                    <a:pt x="32566" y="14649"/>
                  </a:lnTo>
                  <a:lnTo>
                    <a:pt x="32490" y="14661"/>
                  </a:lnTo>
                  <a:lnTo>
                    <a:pt x="32402" y="14561"/>
                  </a:lnTo>
                  <a:lnTo>
                    <a:pt x="32289" y="14485"/>
                  </a:lnTo>
                  <a:lnTo>
                    <a:pt x="32251" y="14498"/>
                  </a:lnTo>
                  <a:lnTo>
                    <a:pt x="32151" y="14548"/>
                  </a:lnTo>
                  <a:lnTo>
                    <a:pt x="32012" y="14561"/>
                  </a:lnTo>
                  <a:lnTo>
                    <a:pt x="31949" y="14473"/>
                  </a:lnTo>
                  <a:lnTo>
                    <a:pt x="31949" y="14397"/>
                  </a:lnTo>
                  <a:lnTo>
                    <a:pt x="31937" y="14334"/>
                  </a:lnTo>
                  <a:lnTo>
                    <a:pt x="31824" y="14259"/>
                  </a:lnTo>
                  <a:lnTo>
                    <a:pt x="31635" y="14234"/>
                  </a:lnTo>
                  <a:lnTo>
                    <a:pt x="31472" y="14146"/>
                  </a:lnTo>
                  <a:lnTo>
                    <a:pt x="31409" y="14045"/>
                  </a:lnTo>
                  <a:lnTo>
                    <a:pt x="31346" y="13945"/>
                  </a:lnTo>
                  <a:lnTo>
                    <a:pt x="31208" y="13882"/>
                  </a:lnTo>
                  <a:lnTo>
                    <a:pt x="30969" y="13894"/>
                  </a:lnTo>
                  <a:lnTo>
                    <a:pt x="30856" y="13832"/>
                  </a:lnTo>
                  <a:lnTo>
                    <a:pt x="30793" y="13744"/>
                  </a:lnTo>
                  <a:lnTo>
                    <a:pt x="30780" y="13517"/>
                  </a:lnTo>
                  <a:lnTo>
                    <a:pt x="30755" y="13329"/>
                  </a:lnTo>
                  <a:lnTo>
                    <a:pt x="30717" y="13241"/>
                  </a:lnTo>
                  <a:lnTo>
                    <a:pt x="30554" y="13165"/>
                  </a:lnTo>
                  <a:lnTo>
                    <a:pt x="30353" y="13140"/>
                  </a:lnTo>
                  <a:lnTo>
                    <a:pt x="30202" y="13039"/>
                  </a:lnTo>
                  <a:lnTo>
                    <a:pt x="30177" y="12926"/>
                  </a:lnTo>
                  <a:lnTo>
                    <a:pt x="30164" y="12813"/>
                  </a:lnTo>
                  <a:lnTo>
                    <a:pt x="30001" y="12700"/>
                  </a:lnTo>
                  <a:lnTo>
                    <a:pt x="29812" y="12650"/>
                  </a:lnTo>
                  <a:lnTo>
                    <a:pt x="29674" y="12612"/>
                  </a:lnTo>
                  <a:lnTo>
                    <a:pt x="29661" y="12549"/>
                  </a:lnTo>
                  <a:lnTo>
                    <a:pt x="29648" y="12423"/>
                  </a:lnTo>
                  <a:lnTo>
                    <a:pt x="29472" y="12260"/>
                  </a:lnTo>
                  <a:lnTo>
                    <a:pt x="29397" y="12247"/>
                  </a:lnTo>
                  <a:lnTo>
                    <a:pt x="29334" y="12210"/>
                  </a:lnTo>
                  <a:lnTo>
                    <a:pt x="29284" y="12008"/>
                  </a:lnTo>
                  <a:lnTo>
                    <a:pt x="29208" y="11895"/>
                  </a:lnTo>
                  <a:lnTo>
                    <a:pt x="29158" y="11883"/>
                  </a:lnTo>
                  <a:lnTo>
                    <a:pt x="29083" y="11858"/>
                  </a:lnTo>
                  <a:lnTo>
                    <a:pt x="28932" y="11669"/>
                  </a:lnTo>
                  <a:lnTo>
                    <a:pt x="28718" y="11304"/>
                  </a:lnTo>
                  <a:lnTo>
                    <a:pt x="28655" y="11241"/>
                  </a:lnTo>
                  <a:lnTo>
                    <a:pt x="28605" y="11329"/>
                  </a:lnTo>
                  <a:lnTo>
                    <a:pt x="28542" y="11832"/>
                  </a:lnTo>
                  <a:lnTo>
                    <a:pt x="28592" y="12084"/>
                  </a:lnTo>
                  <a:lnTo>
                    <a:pt x="28630" y="12197"/>
                  </a:lnTo>
                  <a:lnTo>
                    <a:pt x="28655" y="12398"/>
                  </a:lnTo>
                  <a:lnTo>
                    <a:pt x="28605" y="12574"/>
                  </a:lnTo>
                  <a:lnTo>
                    <a:pt x="28492" y="12700"/>
                  </a:lnTo>
                  <a:lnTo>
                    <a:pt x="28404" y="12725"/>
                  </a:lnTo>
                  <a:lnTo>
                    <a:pt x="28328" y="12750"/>
                  </a:lnTo>
                  <a:lnTo>
                    <a:pt x="28228" y="12863"/>
                  </a:lnTo>
                  <a:lnTo>
                    <a:pt x="28165" y="13102"/>
                  </a:lnTo>
                  <a:lnTo>
                    <a:pt x="28115" y="13266"/>
                  </a:lnTo>
                  <a:lnTo>
                    <a:pt x="28089" y="13329"/>
                  </a:lnTo>
                  <a:lnTo>
                    <a:pt x="27976" y="13354"/>
                  </a:lnTo>
                  <a:lnTo>
                    <a:pt x="27750" y="13228"/>
                  </a:lnTo>
                  <a:lnTo>
                    <a:pt x="27574" y="13102"/>
                  </a:lnTo>
                  <a:lnTo>
                    <a:pt x="27385" y="13002"/>
                  </a:lnTo>
                  <a:lnTo>
                    <a:pt x="27071" y="12901"/>
                  </a:lnTo>
                  <a:lnTo>
                    <a:pt x="26958" y="12763"/>
                  </a:lnTo>
                  <a:lnTo>
                    <a:pt x="26958" y="12662"/>
                  </a:lnTo>
                  <a:lnTo>
                    <a:pt x="26958" y="12562"/>
                  </a:lnTo>
                  <a:lnTo>
                    <a:pt x="26870" y="12436"/>
                  </a:lnTo>
                  <a:lnTo>
                    <a:pt x="26731" y="12335"/>
                  </a:lnTo>
                  <a:lnTo>
                    <a:pt x="26618" y="12210"/>
                  </a:lnTo>
                  <a:lnTo>
                    <a:pt x="26606" y="12109"/>
                  </a:lnTo>
                  <a:lnTo>
                    <a:pt x="26606" y="11920"/>
                  </a:lnTo>
                  <a:lnTo>
                    <a:pt x="26493" y="11694"/>
                  </a:lnTo>
                  <a:lnTo>
                    <a:pt x="26317" y="11556"/>
                  </a:lnTo>
                  <a:lnTo>
                    <a:pt x="26203" y="11505"/>
                  </a:lnTo>
                  <a:lnTo>
                    <a:pt x="25952" y="11518"/>
                  </a:lnTo>
                  <a:lnTo>
                    <a:pt x="25688" y="11581"/>
                  </a:lnTo>
                  <a:lnTo>
                    <a:pt x="25462" y="11518"/>
                  </a:lnTo>
                  <a:lnTo>
                    <a:pt x="25361" y="11380"/>
                  </a:lnTo>
                  <a:lnTo>
                    <a:pt x="25260" y="11229"/>
                  </a:lnTo>
                  <a:lnTo>
                    <a:pt x="24996" y="11015"/>
                  </a:lnTo>
                  <a:lnTo>
                    <a:pt x="24695" y="10914"/>
                  </a:lnTo>
                  <a:lnTo>
                    <a:pt x="24418" y="10952"/>
                  </a:lnTo>
                  <a:lnTo>
                    <a:pt x="24305" y="11015"/>
                  </a:lnTo>
                  <a:lnTo>
                    <a:pt x="24204" y="11078"/>
                  </a:lnTo>
                  <a:lnTo>
                    <a:pt x="23990" y="11065"/>
                  </a:lnTo>
                  <a:lnTo>
                    <a:pt x="23752" y="10990"/>
                  </a:lnTo>
                  <a:lnTo>
                    <a:pt x="23500" y="10952"/>
                  </a:lnTo>
                  <a:lnTo>
                    <a:pt x="23362" y="10977"/>
                  </a:lnTo>
                  <a:lnTo>
                    <a:pt x="23299" y="11003"/>
                  </a:lnTo>
                  <a:lnTo>
                    <a:pt x="23223" y="11091"/>
                  </a:lnTo>
                  <a:lnTo>
                    <a:pt x="23198" y="11254"/>
                  </a:lnTo>
                  <a:lnTo>
                    <a:pt x="23311" y="11656"/>
                  </a:lnTo>
                  <a:lnTo>
                    <a:pt x="23337" y="11832"/>
                  </a:lnTo>
                  <a:lnTo>
                    <a:pt x="23299" y="11958"/>
                  </a:lnTo>
                  <a:lnTo>
                    <a:pt x="23337" y="12335"/>
                  </a:lnTo>
                  <a:lnTo>
                    <a:pt x="23475" y="12675"/>
                  </a:lnTo>
                  <a:lnTo>
                    <a:pt x="23626" y="13014"/>
                  </a:lnTo>
                  <a:lnTo>
                    <a:pt x="23676" y="13303"/>
                  </a:lnTo>
                  <a:lnTo>
                    <a:pt x="23601" y="13442"/>
                  </a:lnTo>
                  <a:lnTo>
                    <a:pt x="23525" y="13517"/>
                  </a:lnTo>
                  <a:lnTo>
                    <a:pt x="23437" y="13593"/>
                  </a:lnTo>
                  <a:lnTo>
                    <a:pt x="23337" y="13781"/>
                  </a:lnTo>
                  <a:lnTo>
                    <a:pt x="23324" y="13995"/>
                  </a:lnTo>
                  <a:lnTo>
                    <a:pt x="23412" y="14184"/>
                  </a:lnTo>
                  <a:lnTo>
                    <a:pt x="23513" y="14259"/>
                  </a:lnTo>
                  <a:lnTo>
                    <a:pt x="23739" y="14422"/>
                  </a:lnTo>
                  <a:lnTo>
                    <a:pt x="24116" y="14749"/>
                  </a:lnTo>
                  <a:lnTo>
                    <a:pt x="24280" y="15001"/>
                  </a:lnTo>
                  <a:lnTo>
                    <a:pt x="24305" y="15152"/>
                  </a:lnTo>
                  <a:lnTo>
                    <a:pt x="24330" y="15277"/>
                  </a:lnTo>
                  <a:lnTo>
                    <a:pt x="24430" y="15466"/>
                  </a:lnTo>
                  <a:lnTo>
                    <a:pt x="24657" y="15680"/>
                  </a:lnTo>
                  <a:lnTo>
                    <a:pt x="24820" y="15868"/>
                  </a:lnTo>
                  <a:lnTo>
                    <a:pt x="24883" y="15969"/>
                  </a:lnTo>
                  <a:lnTo>
                    <a:pt x="24908" y="16095"/>
                  </a:lnTo>
                  <a:lnTo>
                    <a:pt x="24795" y="16170"/>
                  </a:lnTo>
                  <a:lnTo>
                    <a:pt x="24669" y="16183"/>
                  </a:lnTo>
                  <a:lnTo>
                    <a:pt x="24619" y="16208"/>
                  </a:lnTo>
                  <a:lnTo>
                    <a:pt x="24556" y="16334"/>
                  </a:lnTo>
                  <a:lnTo>
                    <a:pt x="24481" y="16522"/>
                  </a:lnTo>
                  <a:lnTo>
                    <a:pt x="24330" y="16749"/>
                  </a:lnTo>
                  <a:lnTo>
                    <a:pt x="24217" y="16862"/>
                  </a:lnTo>
                  <a:lnTo>
                    <a:pt x="23940" y="17088"/>
                  </a:lnTo>
                  <a:lnTo>
                    <a:pt x="23563" y="17415"/>
                  </a:lnTo>
                  <a:lnTo>
                    <a:pt x="23437" y="17578"/>
                  </a:lnTo>
                  <a:lnTo>
                    <a:pt x="23450" y="17641"/>
                  </a:lnTo>
                  <a:lnTo>
                    <a:pt x="23538" y="17767"/>
                  </a:lnTo>
                  <a:lnTo>
                    <a:pt x="23777" y="18069"/>
                  </a:lnTo>
                  <a:lnTo>
                    <a:pt x="23890" y="18308"/>
                  </a:lnTo>
                  <a:lnTo>
                    <a:pt x="23915" y="18421"/>
                  </a:lnTo>
                  <a:lnTo>
                    <a:pt x="23928" y="18635"/>
                  </a:lnTo>
                  <a:lnTo>
                    <a:pt x="23953" y="18936"/>
                  </a:lnTo>
                  <a:lnTo>
                    <a:pt x="24078" y="19112"/>
                  </a:lnTo>
                  <a:lnTo>
                    <a:pt x="24204" y="19263"/>
                  </a:lnTo>
                  <a:lnTo>
                    <a:pt x="24292" y="19502"/>
                  </a:lnTo>
                  <a:lnTo>
                    <a:pt x="24305" y="19804"/>
                  </a:lnTo>
                  <a:lnTo>
                    <a:pt x="24305" y="20093"/>
                  </a:lnTo>
                  <a:lnTo>
                    <a:pt x="24204" y="20118"/>
                  </a:lnTo>
                  <a:lnTo>
                    <a:pt x="24066" y="20093"/>
                  </a:lnTo>
                  <a:lnTo>
                    <a:pt x="24003" y="20106"/>
                  </a:lnTo>
                  <a:lnTo>
                    <a:pt x="23915" y="20194"/>
                  </a:lnTo>
                  <a:lnTo>
                    <a:pt x="23840" y="20407"/>
                  </a:lnTo>
                  <a:lnTo>
                    <a:pt x="23814" y="20558"/>
                  </a:lnTo>
                  <a:lnTo>
                    <a:pt x="23789" y="20621"/>
                  </a:lnTo>
                  <a:lnTo>
                    <a:pt x="23676" y="20684"/>
                  </a:lnTo>
                  <a:lnTo>
                    <a:pt x="23538" y="20672"/>
                  </a:lnTo>
                  <a:lnTo>
                    <a:pt x="23412" y="20596"/>
                  </a:lnTo>
                  <a:lnTo>
                    <a:pt x="23399" y="20533"/>
                  </a:lnTo>
                  <a:lnTo>
                    <a:pt x="23374" y="20470"/>
                  </a:lnTo>
                  <a:lnTo>
                    <a:pt x="23236" y="20357"/>
                  </a:lnTo>
                  <a:lnTo>
                    <a:pt x="23073" y="20257"/>
                  </a:lnTo>
                  <a:lnTo>
                    <a:pt x="22959" y="20143"/>
                  </a:lnTo>
                  <a:lnTo>
                    <a:pt x="22947" y="20055"/>
                  </a:lnTo>
                  <a:lnTo>
                    <a:pt x="22922" y="19967"/>
                  </a:lnTo>
                  <a:lnTo>
                    <a:pt x="22758" y="19779"/>
                  </a:lnTo>
                  <a:lnTo>
                    <a:pt x="22544" y="19590"/>
                  </a:lnTo>
                  <a:lnTo>
                    <a:pt x="22394" y="19389"/>
                  </a:lnTo>
                  <a:lnTo>
                    <a:pt x="22394" y="19276"/>
                  </a:lnTo>
                  <a:lnTo>
                    <a:pt x="22431" y="19075"/>
                  </a:lnTo>
                  <a:lnTo>
                    <a:pt x="22356" y="18710"/>
                  </a:lnTo>
                  <a:lnTo>
                    <a:pt x="22280" y="18471"/>
                  </a:lnTo>
                  <a:lnTo>
                    <a:pt x="22218" y="18245"/>
                  </a:lnTo>
                  <a:lnTo>
                    <a:pt x="22218" y="17880"/>
                  </a:lnTo>
                  <a:lnTo>
                    <a:pt x="22218" y="17591"/>
                  </a:lnTo>
                  <a:lnTo>
                    <a:pt x="22205" y="17453"/>
                  </a:lnTo>
                  <a:lnTo>
                    <a:pt x="22067" y="17327"/>
                  </a:lnTo>
                  <a:lnTo>
                    <a:pt x="21287" y="17327"/>
                  </a:lnTo>
                  <a:lnTo>
                    <a:pt x="21111" y="17314"/>
                  </a:lnTo>
                  <a:lnTo>
                    <a:pt x="20872" y="17365"/>
                  </a:lnTo>
                  <a:lnTo>
                    <a:pt x="20759" y="17428"/>
                  </a:lnTo>
                  <a:lnTo>
                    <a:pt x="20696" y="17402"/>
                  </a:lnTo>
                  <a:lnTo>
                    <a:pt x="20671" y="17327"/>
                  </a:lnTo>
                  <a:lnTo>
                    <a:pt x="20583" y="17176"/>
                  </a:lnTo>
                  <a:lnTo>
                    <a:pt x="20394" y="17063"/>
                  </a:lnTo>
                  <a:lnTo>
                    <a:pt x="20231" y="17025"/>
                  </a:lnTo>
                  <a:lnTo>
                    <a:pt x="20017" y="16975"/>
                  </a:lnTo>
                  <a:lnTo>
                    <a:pt x="19653" y="16887"/>
                  </a:lnTo>
                  <a:lnTo>
                    <a:pt x="19451" y="16736"/>
                  </a:lnTo>
                  <a:lnTo>
                    <a:pt x="19389" y="16610"/>
                  </a:lnTo>
                  <a:lnTo>
                    <a:pt x="19338" y="16472"/>
                  </a:lnTo>
                  <a:lnTo>
                    <a:pt x="19124" y="16246"/>
                  </a:lnTo>
                  <a:lnTo>
                    <a:pt x="18722" y="16032"/>
                  </a:lnTo>
                  <a:lnTo>
                    <a:pt x="18496" y="15956"/>
                  </a:lnTo>
                  <a:lnTo>
                    <a:pt x="18244" y="15856"/>
                  </a:lnTo>
                  <a:lnTo>
                    <a:pt x="17993" y="15806"/>
                  </a:lnTo>
                  <a:lnTo>
                    <a:pt x="17817" y="15818"/>
                  </a:lnTo>
                  <a:lnTo>
                    <a:pt x="17565" y="15956"/>
                  </a:lnTo>
                  <a:lnTo>
                    <a:pt x="17477" y="15982"/>
                  </a:lnTo>
                  <a:lnTo>
                    <a:pt x="17414" y="15956"/>
                  </a:lnTo>
                  <a:lnTo>
                    <a:pt x="17314" y="15718"/>
                  </a:lnTo>
                  <a:lnTo>
                    <a:pt x="17326" y="15554"/>
                  </a:lnTo>
                  <a:lnTo>
                    <a:pt x="17326" y="15353"/>
                  </a:lnTo>
                  <a:lnTo>
                    <a:pt x="17201" y="14900"/>
                  </a:lnTo>
                  <a:lnTo>
                    <a:pt x="17176" y="14762"/>
                  </a:lnTo>
                  <a:lnTo>
                    <a:pt x="17163" y="14661"/>
                  </a:lnTo>
                  <a:lnTo>
                    <a:pt x="17050" y="14561"/>
                  </a:lnTo>
                  <a:lnTo>
                    <a:pt x="16912" y="14548"/>
                  </a:lnTo>
                  <a:lnTo>
                    <a:pt x="16773" y="14573"/>
                  </a:lnTo>
                  <a:lnTo>
                    <a:pt x="16635" y="14724"/>
                  </a:lnTo>
                  <a:lnTo>
                    <a:pt x="16622" y="14699"/>
                  </a:lnTo>
                  <a:lnTo>
                    <a:pt x="16597" y="14636"/>
                  </a:lnTo>
                  <a:lnTo>
                    <a:pt x="16471" y="14435"/>
                  </a:lnTo>
                  <a:lnTo>
                    <a:pt x="16459" y="14246"/>
                  </a:lnTo>
                  <a:lnTo>
                    <a:pt x="16509" y="13869"/>
                  </a:lnTo>
                  <a:lnTo>
                    <a:pt x="16572" y="13605"/>
                  </a:lnTo>
                  <a:lnTo>
                    <a:pt x="16685" y="13153"/>
                  </a:lnTo>
                  <a:lnTo>
                    <a:pt x="16912" y="12624"/>
                  </a:lnTo>
                  <a:lnTo>
                    <a:pt x="17000" y="12386"/>
                  </a:lnTo>
                  <a:lnTo>
                    <a:pt x="17113" y="12071"/>
                  </a:lnTo>
                  <a:lnTo>
                    <a:pt x="17264" y="11908"/>
                  </a:lnTo>
                  <a:lnTo>
                    <a:pt x="17377" y="11858"/>
                  </a:lnTo>
                  <a:lnTo>
                    <a:pt x="17477" y="11807"/>
                  </a:lnTo>
                  <a:lnTo>
                    <a:pt x="17540" y="11669"/>
                  </a:lnTo>
                  <a:lnTo>
                    <a:pt x="17528" y="11493"/>
                  </a:lnTo>
                  <a:lnTo>
                    <a:pt x="17590" y="11317"/>
                  </a:lnTo>
                  <a:lnTo>
                    <a:pt x="17679" y="11229"/>
                  </a:lnTo>
                  <a:lnTo>
                    <a:pt x="17880" y="11116"/>
                  </a:lnTo>
                  <a:lnTo>
                    <a:pt x="18043" y="11116"/>
                  </a:lnTo>
                  <a:lnTo>
                    <a:pt x="18156" y="11065"/>
                  </a:lnTo>
                  <a:lnTo>
                    <a:pt x="18207" y="11003"/>
                  </a:lnTo>
                  <a:lnTo>
                    <a:pt x="18181" y="10864"/>
                  </a:lnTo>
                  <a:lnTo>
                    <a:pt x="17955" y="10638"/>
                  </a:lnTo>
                  <a:lnTo>
                    <a:pt x="17767" y="10525"/>
                  </a:lnTo>
                  <a:lnTo>
                    <a:pt x="17590" y="10449"/>
                  </a:lnTo>
                  <a:lnTo>
                    <a:pt x="17427" y="10324"/>
                  </a:lnTo>
                  <a:lnTo>
                    <a:pt x="17427" y="10261"/>
                  </a:lnTo>
                  <a:lnTo>
                    <a:pt x="17490" y="10248"/>
                  </a:lnTo>
                  <a:lnTo>
                    <a:pt x="17653" y="10261"/>
                  </a:lnTo>
                  <a:lnTo>
                    <a:pt x="18005" y="10487"/>
                  </a:lnTo>
                  <a:lnTo>
                    <a:pt x="18169" y="10537"/>
                  </a:lnTo>
                  <a:lnTo>
                    <a:pt x="18320" y="10550"/>
                  </a:lnTo>
                  <a:lnTo>
                    <a:pt x="18458" y="10487"/>
                  </a:lnTo>
                  <a:lnTo>
                    <a:pt x="18483" y="10412"/>
                  </a:lnTo>
                  <a:lnTo>
                    <a:pt x="18508" y="10336"/>
                  </a:lnTo>
                  <a:lnTo>
                    <a:pt x="18622" y="10273"/>
                  </a:lnTo>
                  <a:lnTo>
                    <a:pt x="18848" y="10273"/>
                  </a:lnTo>
                  <a:lnTo>
                    <a:pt x="18948" y="10185"/>
                  </a:lnTo>
                  <a:lnTo>
                    <a:pt x="19074" y="9921"/>
                  </a:lnTo>
                  <a:lnTo>
                    <a:pt x="19175" y="9695"/>
                  </a:lnTo>
                  <a:lnTo>
                    <a:pt x="19288" y="9519"/>
                  </a:lnTo>
                  <a:lnTo>
                    <a:pt x="19376" y="9418"/>
                  </a:lnTo>
                  <a:lnTo>
                    <a:pt x="19313" y="9343"/>
                  </a:lnTo>
                  <a:lnTo>
                    <a:pt x="19200" y="9255"/>
                  </a:lnTo>
                  <a:lnTo>
                    <a:pt x="18873" y="9192"/>
                  </a:lnTo>
                  <a:lnTo>
                    <a:pt x="18760" y="9167"/>
                  </a:lnTo>
                  <a:lnTo>
                    <a:pt x="18697" y="9104"/>
                  </a:lnTo>
                  <a:lnTo>
                    <a:pt x="18697" y="8953"/>
                  </a:lnTo>
                  <a:lnTo>
                    <a:pt x="18772" y="8890"/>
                  </a:lnTo>
                  <a:lnTo>
                    <a:pt x="18835" y="8903"/>
                  </a:lnTo>
                  <a:lnTo>
                    <a:pt x="18974" y="8940"/>
                  </a:lnTo>
                  <a:lnTo>
                    <a:pt x="19175" y="9116"/>
                  </a:lnTo>
                  <a:lnTo>
                    <a:pt x="19263" y="9154"/>
                  </a:lnTo>
                  <a:lnTo>
                    <a:pt x="19363" y="9142"/>
                  </a:lnTo>
                  <a:lnTo>
                    <a:pt x="19552" y="8966"/>
                  </a:lnTo>
                  <a:lnTo>
                    <a:pt x="19640" y="8915"/>
                  </a:lnTo>
                  <a:lnTo>
                    <a:pt x="19728" y="8890"/>
                  </a:lnTo>
                  <a:lnTo>
                    <a:pt x="19816" y="8840"/>
                  </a:lnTo>
                  <a:lnTo>
                    <a:pt x="19841" y="8865"/>
                  </a:lnTo>
                  <a:lnTo>
                    <a:pt x="19829" y="8915"/>
                  </a:lnTo>
                  <a:lnTo>
                    <a:pt x="19841" y="9054"/>
                  </a:lnTo>
                  <a:lnTo>
                    <a:pt x="19904" y="9393"/>
                  </a:lnTo>
                  <a:lnTo>
                    <a:pt x="19879" y="9695"/>
                  </a:lnTo>
                  <a:lnTo>
                    <a:pt x="19829" y="9871"/>
                  </a:lnTo>
                  <a:lnTo>
                    <a:pt x="19690" y="10185"/>
                  </a:lnTo>
                  <a:lnTo>
                    <a:pt x="19527" y="10374"/>
                  </a:lnTo>
                  <a:lnTo>
                    <a:pt x="19539" y="10424"/>
                  </a:lnTo>
                  <a:lnTo>
                    <a:pt x="19615" y="10437"/>
                  </a:lnTo>
                  <a:lnTo>
                    <a:pt x="19791" y="10462"/>
                  </a:lnTo>
                  <a:lnTo>
                    <a:pt x="19942" y="10575"/>
                  </a:lnTo>
                  <a:lnTo>
                    <a:pt x="19929" y="10751"/>
                  </a:lnTo>
                  <a:lnTo>
                    <a:pt x="19929" y="10839"/>
                  </a:lnTo>
                  <a:lnTo>
                    <a:pt x="19979" y="10952"/>
                  </a:lnTo>
                  <a:lnTo>
                    <a:pt x="20155" y="10965"/>
                  </a:lnTo>
                  <a:lnTo>
                    <a:pt x="20332" y="10889"/>
                  </a:lnTo>
                  <a:lnTo>
                    <a:pt x="20482" y="10789"/>
                  </a:lnTo>
                  <a:lnTo>
                    <a:pt x="20658" y="10588"/>
                  </a:lnTo>
                  <a:lnTo>
                    <a:pt x="20797" y="10487"/>
                  </a:lnTo>
                  <a:lnTo>
                    <a:pt x="20872" y="10437"/>
                  </a:lnTo>
                  <a:lnTo>
                    <a:pt x="20935" y="10349"/>
                  </a:lnTo>
                  <a:lnTo>
                    <a:pt x="20948" y="10248"/>
                  </a:lnTo>
                  <a:lnTo>
                    <a:pt x="20998" y="10173"/>
                  </a:lnTo>
                  <a:lnTo>
                    <a:pt x="21061" y="10160"/>
                  </a:lnTo>
                  <a:lnTo>
                    <a:pt x="21124" y="10148"/>
                  </a:lnTo>
                  <a:lnTo>
                    <a:pt x="21224" y="10248"/>
                  </a:lnTo>
                  <a:lnTo>
                    <a:pt x="21337" y="10399"/>
                  </a:lnTo>
                  <a:lnTo>
                    <a:pt x="21539" y="10512"/>
                  </a:lnTo>
                  <a:lnTo>
                    <a:pt x="21702" y="10525"/>
                  </a:lnTo>
                  <a:lnTo>
                    <a:pt x="21853" y="10512"/>
                  </a:lnTo>
                  <a:lnTo>
                    <a:pt x="21916" y="10424"/>
                  </a:lnTo>
                  <a:lnTo>
                    <a:pt x="21727" y="10160"/>
                  </a:lnTo>
                  <a:lnTo>
                    <a:pt x="21589" y="9946"/>
                  </a:lnTo>
                  <a:lnTo>
                    <a:pt x="21539" y="9846"/>
                  </a:lnTo>
                  <a:lnTo>
                    <a:pt x="21451" y="9733"/>
                  </a:lnTo>
                  <a:lnTo>
                    <a:pt x="21275" y="9682"/>
                  </a:lnTo>
                  <a:lnTo>
                    <a:pt x="21124" y="9657"/>
                  </a:lnTo>
                  <a:lnTo>
                    <a:pt x="21048" y="9619"/>
                  </a:lnTo>
                  <a:lnTo>
                    <a:pt x="20948" y="9481"/>
                  </a:lnTo>
                  <a:lnTo>
                    <a:pt x="20860" y="9305"/>
                  </a:lnTo>
                  <a:lnTo>
                    <a:pt x="20746" y="9167"/>
                  </a:lnTo>
                  <a:lnTo>
                    <a:pt x="20658" y="9129"/>
                  </a:lnTo>
                  <a:lnTo>
                    <a:pt x="20470" y="9091"/>
                  </a:lnTo>
                  <a:lnTo>
                    <a:pt x="20269" y="9041"/>
                  </a:lnTo>
                  <a:lnTo>
                    <a:pt x="20168" y="8940"/>
                  </a:lnTo>
                  <a:lnTo>
                    <a:pt x="20143" y="8852"/>
                  </a:lnTo>
                  <a:lnTo>
                    <a:pt x="20118" y="8764"/>
                  </a:lnTo>
                  <a:lnTo>
                    <a:pt x="20005" y="8702"/>
                  </a:lnTo>
                  <a:lnTo>
                    <a:pt x="19891" y="8689"/>
                  </a:lnTo>
                  <a:lnTo>
                    <a:pt x="19829" y="8676"/>
                  </a:lnTo>
                  <a:lnTo>
                    <a:pt x="19841" y="8639"/>
                  </a:lnTo>
                  <a:lnTo>
                    <a:pt x="19854" y="8588"/>
                  </a:lnTo>
                  <a:lnTo>
                    <a:pt x="19816" y="8488"/>
                  </a:lnTo>
                  <a:lnTo>
                    <a:pt x="19690" y="8337"/>
                  </a:lnTo>
                  <a:lnTo>
                    <a:pt x="19665" y="8211"/>
                  </a:lnTo>
                  <a:lnTo>
                    <a:pt x="19690" y="8161"/>
                  </a:lnTo>
                  <a:lnTo>
                    <a:pt x="19829" y="8173"/>
                  </a:lnTo>
                  <a:lnTo>
                    <a:pt x="20030" y="8224"/>
                  </a:lnTo>
                  <a:lnTo>
                    <a:pt x="20231" y="8224"/>
                  </a:lnTo>
                  <a:lnTo>
                    <a:pt x="20306" y="8161"/>
                  </a:lnTo>
                  <a:lnTo>
                    <a:pt x="20369" y="8098"/>
                  </a:lnTo>
                  <a:lnTo>
                    <a:pt x="20495" y="8073"/>
                  </a:lnTo>
                  <a:lnTo>
                    <a:pt x="20608" y="8098"/>
                  </a:lnTo>
                  <a:lnTo>
                    <a:pt x="20734" y="8098"/>
                  </a:lnTo>
                  <a:lnTo>
                    <a:pt x="20797" y="8048"/>
                  </a:lnTo>
                  <a:lnTo>
                    <a:pt x="20935" y="7922"/>
                  </a:lnTo>
                  <a:lnTo>
                    <a:pt x="21161" y="7620"/>
                  </a:lnTo>
                  <a:lnTo>
                    <a:pt x="21224" y="7394"/>
                  </a:lnTo>
                  <a:lnTo>
                    <a:pt x="21187" y="7268"/>
                  </a:lnTo>
                  <a:lnTo>
                    <a:pt x="21086" y="7029"/>
                  </a:lnTo>
                  <a:lnTo>
                    <a:pt x="20922" y="6690"/>
                  </a:lnTo>
                  <a:lnTo>
                    <a:pt x="20910" y="6501"/>
                  </a:lnTo>
                  <a:lnTo>
                    <a:pt x="20948" y="6426"/>
                  </a:lnTo>
                  <a:lnTo>
                    <a:pt x="20998" y="6350"/>
                  </a:lnTo>
                  <a:lnTo>
                    <a:pt x="20998" y="6187"/>
                  </a:lnTo>
                  <a:lnTo>
                    <a:pt x="20834" y="5898"/>
                  </a:lnTo>
                  <a:lnTo>
                    <a:pt x="20658" y="5696"/>
                  </a:lnTo>
                  <a:lnTo>
                    <a:pt x="20570" y="5596"/>
                  </a:lnTo>
                  <a:lnTo>
                    <a:pt x="20332" y="5495"/>
                  </a:lnTo>
                  <a:lnTo>
                    <a:pt x="20105" y="5495"/>
                  </a:lnTo>
                  <a:lnTo>
                    <a:pt x="19954" y="5621"/>
                  </a:lnTo>
                  <a:lnTo>
                    <a:pt x="19929" y="5722"/>
                  </a:lnTo>
                  <a:lnTo>
                    <a:pt x="19942" y="5935"/>
                  </a:lnTo>
                  <a:lnTo>
                    <a:pt x="19992" y="6124"/>
                  </a:lnTo>
                  <a:lnTo>
                    <a:pt x="19967" y="6237"/>
                  </a:lnTo>
                  <a:lnTo>
                    <a:pt x="19904" y="6300"/>
                  </a:lnTo>
                  <a:lnTo>
                    <a:pt x="19854" y="6375"/>
                  </a:lnTo>
                  <a:lnTo>
                    <a:pt x="19816" y="6526"/>
                  </a:lnTo>
                  <a:lnTo>
                    <a:pt x="19816" y="6677"/>
                  </a:lnTo>
                  <a:lnTo>
                    <a:pt x="19778" y="6853"/>
                  </a:lnTo>
                  <a:lnTo>
                    <a:pt x="19715" y="6941"/>
                  </a:lnTo>
                  <a:lnTo>
                    <a:pt x="19653" y="7042"/>
                  </a:lnTo>
                  <a:lnTo>
                    <a:pt x="19615" y="7218"/>
                  </a:lnTo>
                  <a:lnTo>
                    <a:pt x="19627" y="7482"/>
                  </a:lnTo>
                  <a:lnTo>
                    <a:pt x="19577" y="7620"/>
                  </a:lnTo>
                  <a:lnTo>
                    <a:pt x="19514" y="7671"/>
                  </a:lnTo>
                  <a:lnTo>
                    <a:pt x="19363" y="7608"/>
                  </a:lnTo>
                  <a:lnTo>
                    <a:pt x="19200" y="7394"/>
                  </a:lnTo>
                  <a:lnTo>
                    <a:pt x="19099" y="7092"/>
                  </a:lnTo>
                  <a:lnTo>
                    <a:pt x="19099" y="6929"/>
                  </a:lnTo>
                  <a:lnTo>
                    <a:pt x="19112" y="6677"/>
                  </a:lnTo>
                  <a:lnTo>
                    <a:pt x="19062" y="6526"/>
                  </a:lnTo>
                  <a:lnTo>
                    <a:pt x="19049" y="6401"/>
                  </a:lnTo>
                  <a:lnTo>
                    <a:pt x="19036" y="6262"/>
                  </a:lnTo>
                  <a:lnTo>
                    <a:pt x="18923" y="6137"/>
                  </a:lnTo>
                  <a:lnTo>
                    <a:pt x="18810" y="6162"/>
                  </a:lnTo>
                  <a:lnTo>
                    <a:pt x="18760" y="6187"/>
                  </a:lnTo>
                  <a:lnTo>
                    <a:pt x="18710" y="6313"/>
                  </a:lnTo>
                  <a:lnTo>
                    <a:pt x="18672" y="6476"/>
                  </a:lnTo>
                  <a:lnTo>
                    <a:pt x="18609" y="6627"/>
                  </a:lnTo>
                  <a:lnTo>
                    <a:pt x="18546" y="6677"/>
                  </a:lnTo>
                  <a:lnTo>
                    <a:pt x="18483" y="6702"/>
                  </a:lnTo>
                  <a:lnTo>
                    <a:pt x="18395" y="6602"/>
                  </a:lnTo>
                  <a:lnTo>
                    <a:pt x="18307" y="6250"/>
                  </a:lnTo>
                  <a:lnTo>
                    <a:pt x="18282" y="5986"/>
                  </a:lnTo>
                  <a:lnTo>
                    <a:pt x="18257" y="5873"/>
                  </a:lnTo>
                  <a:lnTo>
                    <a:pt x="18181" y="5772"/>
                  </a:lnTo>
                  <a:lnTo>
                    <a:pt x="18031" y="5772"/>
                  </a:lnTo>
                  <a:lnTo>
                    <a:pt x="17943" y="5709"/>
                  </a:lnTo>
                  <a:lnTo>
                    <a:pt x="17880" y="5621"/>
                  </a:lnTo>
                  <a:lnTo>
                    <a:pt x="17905" y="5445"/>
                  </a:lnTo>
                  <a:lnTo>
                    <a:pt x="17955" y="5282"/>
                  </a:lnTo>
                  <a:lnTo>
                    <a:pt x="17993" y="5118"/>
                  </a:lnTo>
                  <a:lnTo>
                    <a:pt x="17930" y="4867"/>
                  </a:lnTo>
                  <a:lnTo>
                    <a:pt x="17855" y="4728"/>
                  </a:lnTo>
                  <a:lnTo>
                    <a:pt x="17792" y="4590"/>
                  </a:lnTo>
                  <a:lnTo>
                    <a:pt x="17704" y="4376"/>
                  </a:lnTo>
                  <a:lnTo>
                    <a:pt x="17704" y="4251"/>
                  </a:lnTo>
                  <a:lnTo>
                    <a:pt x="17691" y="4112"/>
                  </a:lnTo>
                  <a:lnTo>
                    <a:pt x="17590" y="3924"/>
                  </a:lnTo>
                  <a:lnTo>
                    <a:pt x="17502" y="3810"/>
                  </a:lnTo>
                  <a:lnTo>
                    <a:pt x="17440" y="3710"/>
                  </a:lnTo>
                  <a:lnTo>
                    <a:pt x="17452" y="3597"/>
                  </a:lnTo>
                  <a:lnTo>
                    <a:pt x="17528" y="3484"/>
                  </a:lnTo>
                  <a:lnTo>
                    <a:pt x="17590" y="3333"/>
                  </a:lnTo>
                  <a:lnTo>
                    <a:pt x="17603" y="3119"/>
                  </a:lnTo>
                  <a:lnTo>
                    <a:pt x="17653" y="3006"/>
                  </a:lnTo>
                  <a:lnTo>
                    <a:pt x="17691" y="2968"/>
                  </a:lnTo>
                  <a:lnTo>
                    <a:pt x="17817" y="2943"/>
                  </a:lnTo>
                  <a:lnTo>
                    <a:pt x="17968" y="2943"/>
                  </a:lnTo>
                  <a:lnTo>
                    <a:pt x="18056" y="2867"/>
                  </a:lnTo>
                  <a:lnTo>
                    <a:pt x="18093" y="2767"/>
                  </a:lnTo>
                  <a:lnTo>
                    <a:pt x="18219" y="2427"/>
                  </a:lnTo>
                  <a:lnTo>
                    <a:pt x="18345" y="2201"/>
                  </a:lnTo>
                  <a:lnTo>
                    <a:pt x="18383" y="2088"/>
                  </a:lnTo>
                  <a:lnTo>
                    <a:pt x="18320" y="1962"/>
                  </a:lnTo>
                  <a:lnTo>
                    <a:pt x="18181" y="1924"/>
                  </a:lnTo>
                  <a:lnTo>
                    <a:pt x="18068" y="1924"/>
                  </a:lnTo>
                  <a:lnTo>
                    <a:pt x="17905" y="1912"/>
                  </a:lnTo>
                  <a:lnTo>
                    <a:pt x="17842" y="1811"/>
                  </a:lnTo>
                  <a:lnTo>
                    <a:pt x="17603" y="1799"/>
                  </a:lnTo>
                  <a:lnTo>
                    <a:pt x="17452" y="1811"/>
                  </a:lnTo>
                  <a:lnTo>
                    <a:pt x="17301" y="1887"/>
                  </a:lnTo>
                  <a:lnTo>
                    <a:pt x="17238" y="2138"/>
                  </a:lnTo>
                  <a:lnTo>
                    <a:pt x="17213" y="2390"/>
                  </a:lnTo>
                  <a:lnTo>
                    <a:pt x="17188" y="2717"/>
                  </a:lnTo>
                  <a:lnTo>
                    <a:pt x="17226" y="3333"/>
                  </a:lnTo>
                  <a:lnTo>
                    <a:pt x="17213" y="3634"/>
                  </a:lnTo>
                  <a:lnTo>
                    <a:pt x="17176" y="3710"/>
                  </a:lnTo>
                  <a:lnTo>
                    <a:pt x="17113" y="3798"/>
                  </a:lnTo>
                  <a:lnTo>
                    <a:pt x="17088" y="3974"/>
                  </a:lnTo>
                  <a:lnTo>
                    <a:pt x="17050" y="4075"/>
                  </a:lnTo>
                  <a:lnTo>
                    <a:pt x="16987" y="4137"/>
                  </a:lnTo>
                  <a:lnTo>
                    <a:pt x="16899" y="4213"/>
                  </a:lnTo>
                  <a:lnTo>
                    <a:pt x="16886" y="4339"/>
                  </a:lnTo>
                  <a:lnTo>
                    <a:pt x="16899" y="4477"/>
                  </a:lnTo>
                  <a:lnTo>
                    <a:pt x="16899" y="4728"/>
                  </a:lnTo>
                  <a:lnTo>
                    <a:pt x="16836" y="4917"/>
                  </a:lnTo>
                  <a:lnTo>
                    <a:pt x="16798" y="5018"/>
                  </a:lnTo>
                  <a:lnTo>
                    <a:pt x="16798" y="5168"/>
                  </a:lnTo>
                  <a:lnTo>
                    <a:pt x="16899" y="5344"/>
                  </a:lnTo>
                  <a:lnTo>
                    <a:pt x="17025" y="5458"/>
                  </a:lnTo>
                  <a:lnTo>
                    <a:pt x="17163" y="5571"/>
                  </a:lnTo>
                  <a:lnTo>
                    <a:pt x="17402" y="5621"/>
                  </a:lnTo>
                  <a:lnTo>
                    <a:pt x="17465" y="5659"/>
                  </a:lnTo>
                  <a:lnTo>
                    <a:pt x="17528" y="5709"/>
                  </a:lnTo>
                  <a:lnTo>
                    <a:pt x="17590" y="5860"/>
                  </a:lnTo>
                  <a:lnTo>
                    <a:pt x="17528" y="5948"/>
                  </a:lnTo>
                  <a:lnTo>
                    <a:pt x="17465" y="6023"/>
                  </a:lnTo>
                  <a:lnTo>
                    <a:pt x="17414" y="6111"/>
                  </a:lnTo>
                  <a:lnTo>
                    <a:pt x="17452" y="6212"/>
                  </a:lnTo>
                  <a:lnTo>
                    <a:pt x="17465" y="6287"/>
                  </a:lnTo>
                  <a:lnTo>
                    <a:pt x="17414" y="6476"/>
                  </a:lnTo>
                  <a:lnTo>
                    <a:pt x="17314" y="6665"/>
                  </a:lnTo>
                  <a:lnTo>
                    <a:pt x="17163" y="6803"/>
                  </a:lnTo>
                  <a:lnTo>
                    <a:pt x="17075" y="6816"/>
                  </a:lnTo>
                  <a:lnTo>
                    <a:pt x="17000" y="6828"/>
                  </a:lnTo>
                  <a:lnTo>
                    <a:pt x="16874" y="6916"/>
                  </a:lnTo>
                  <a:lnTo>
                    <a:pt x="16798" y="7054"/>
                  </a:lnTo>
                  <a:lnTo>
                    <a:pt x="16786" y="7256"/>
                  </a:lnTo>
                  <a:lnTo>
                    <a:pt x="16811" y="7369"/>
                  </a:lnTo>
                  <a:lnTo>
                    <a:pt x="16874" y="7570"/>
                  </a:lnTo>
                  <a:lnTo>
                    <a:pt x="16874" y="7809"/>
                  </a:lnTo>
                  <a:lnTo>
                    <a:pt x="16836" y="7897"/>
                  </a:lnTo>
                  <a:lnTo>
                    <a:pt x="16811" y="7947"/>
                  </a:lnTo>
                  <a:lnTo>
                    <a:pt x="16710" y="7972"/>
                  </a:lnTo>
                  <a:lnTo>
                    <a:pt x="16622" y="7935"/>
                  </a:lnTo>
                  <a:lnTo>
                    <a:pt x="16572" y="7847"/>
                  </a:lnTo>
                  <a:lnTo>
                    <a:pt x="16572" y="7784"/>
                  </a:lnTo>
                  <a:lnTo>
                    <a:pt x="16610" y="7671"/>
                  </a:lnTo>
                  <a:lnTo>
                    <a:pt x="16597" y="7507"/>
                  </a:lnTo>
                  <a:lnTo>
                    <a:pt x="16572" y="7344"/>
                  </a:lnTo>
                  <a:lnTo>
                    <a:pt x="16585" y="7105"/>
                  </a:lnTo>
                  <a:lnTo>
                    <a:pt x="16635" y="6891"/>
                  </a:lnTo>
                  <a:lnTo>
                    <a:pt x="16622" y="6740"/>
                  </a:lnTo>
                  <a:lnTo>
                    <a:pt x="16522" y="6577"/>
                  </a:lnTo>
                  <a:lnTo>
                    <a:pt x="16509" y="6526"/>
                  </a:lnTo>
                  <a:lnTo>
                    <a:pt x="16547" y="6501"/>
                  </a:lnTo>
                  <a:lnTo>
                    <a:pt x="16635" y="6489"/>
                  </a:lnTo>
                  <a:lnTo>
                    <a:pt x="16761" y="6426"/>
                  </a:lnTo>
                  <a:lnTo>
                    <a:pt x="16836" y="6313"/>
                  </a:lnTo>
                  <a:lnTo>
                    <a:pt x="16861" y="6250"/>
                  </a:lnTo>
                  <a:lnTo>
                    <a:pt x="16874" y="6149"/>
                  </a:lnTo>
                  <a:lnTo>
                    <a:pt x="16773" y="6011"/>
                  </a:lnTo>
                  <a:lnTo>
                    <a:pt x="16610" y="5860"/>
                  </a:lnTo>
                  <a:lnTo>
                    <a:pt x="16484" y="5671"/>
                  </a:lnTo>
                  <a:lnTo>
                    <a:pt x="16409" y="5445"/>
                  </a:lnTo>
                  <a:lnTo>
                    <a:pt x="16333" y="5344"/>
                  </a:lnTo>
                  <a:lnTo>
                    <a:pt x="16270" y="5332"/>
                  </a:lnTo>
                  <a:lnTo>
                    <a:pt x="16195" y="5332"/>
                  </a:lnTo>
                  <a:lnTo>
                    <a:pt x="16145" y="5407"/>
                  </a:lnTo>
                  <a:lnTo>
                    <a:pt x="16132" y="5533"/>
                  </a:lnTo>
                  <a:lnTo>
                    <a:pt x="16094" y="5671"/>
                  </a:lnTo>
                  <a:lnTo>
                    <a:pt x="16031" y="5747"/>
                  </a:lnTo>
                  <a:lnTo>
                    <a:pt x="15880" y="5847"/>
                  </a:lnTo>
                  <a:lnTo>
                    <a:pt x="15792" y="5923"/>
                  </a:lnTo>
                  <a:lnTo>
                    <a:pt x="15818" y="5986"/>
                  </a:lnTo>
                  <a:lnTo>
                    <a:pt x="15855" y="6036"/>
                  </a:lnTo>
                  <a:lnTo>
                    <a:pt x="15994" y="6137"/>
                  </a:lnTo>
                  <a:lnTo>
                    <a:pt x="16333" y="6287"/>
                  </a:lnTo>
                  <a:lnTo>
                    <a:pt x="16409" y="6363"/>
                  </a:lnTo>
                  <a:lnTo>
                    <a:pt x="16421" y="6388"/>
                  </a:lnTo>
                  <a:lnTo>
                    <a:pt x="16333" y="6438"/>
                  </a:lnTo>
                  <a:lnTo>
                    <a:pt x="16170" y="6501"/>
                  </a:lnTo>
                  <a:lnTo>
                    <a:pt x="16006" y="6614"/>
                  </a:lnTo>
                  <a:lnTo>
                    <a:pt x="15943" y="6702"/>
                  </a:lnTo>
                  <a:lnTo>
                    <a:pt x="15855" y="6853"/>
                  </a:lnTo>
                  <a:lnTo>
                    <a:pt x="15679" y="6929"/>
                  </a:lnTo>
                  <a:lnTo>
                    <a:pt x="15503" y="6941"/>
                  </a:lnTo>
                  <a:lnTo>
                    <a:pt x="15290" y="6954"/>
                  </a:lnTo>
                  <a:lnTo>
                    <a:pt x="14950" y="6878"/>
                  </a:lnTo>
                  <a:lnTo>
                    <a:pt x="14761" y="6778"/>
                  </a:lnTo>
                  <a:lnTo>
                    <a:pt x="14699" y="6702"/>
                  </a:lnTo>
                  <a:lnTo>
                    <a:pt x="14598" y="6577"/>
                  </a:lnTo>
                  <a:lnTo>
                    <a:pt x="14334" y="6375"/>
                  </a:lnTo>
                  <a:lnTo>
                    <a:pt x="14158" y="6300"/>
                  </a:lnTo>
                  <a:lnTo>
                    <a:pt x="14007" y="6237"/>
                  </a:lnTo>
                  <a:lnTo>
                    <a:pt x="13919" y="6086"/>
                  </a:lnTo>
                  <a:lnTo>
                    <a:pt x="13919" y="5973"/>
                  </a:lnTo>
                  <a:lnTo>
                    <a:pt x="13906" y="5860"/>
                  </a:lnTo>
                  <a:lnTo>
                    <a:pt x="13806" y="5785"/>
                  </a:lnTo>
                  <a:lnTo>
                    <a:pt x="13680" y="5759"/>
                  </a:lnTo>
                  <a:lnTo>
                    <a:pt x="13554" y="5734"/>
                  </a:lnTo>
                  <a:lnTo>
                    <a:pt x="13391" y="5772"/>
                  </a:lnTo>
                  <a:lnTo>
                    <a:pt x="13290" y="5835"/>
                  </a:lnTo>
                  <a:lnTo>
                    <a:pt x="13177" y="5910"/>
                  </a:lnTo>
                  <a:lnTo>
                    <a:pt x="13089" y="5986"/>
                  </a:lnTo>
                  <a:lnTo>
                    <a:pt x="13114" y="6023"/>
                  </a:lnTo>
                  <a:lnTo>
                    <a:pt x="13165" y="6036"/>
                  </a:lnTo>
                  <a:lnTo>
                    <a:pt x="13303" y="6036"/>
                  </a:lnTo>
                  <a:lnTo>
                    <a:pt x="13630" y="5986"/>
                  </a:lnTo>
                  <a:lnTo>
                    <a:pt x="13693" y="6036"/>
                  </a:lnTo>
                  <a:lnTo>
                    <a:pt x="13693" y="6099"/>
                  </a:lnTo>
                  <a:lnTo>
                    <a:pt x="13529" y="6225"/>
                  </a:lnTo>
                  <a:lnTo>
                    <a:pt x="13353" y="6287"/>
                  </a:lnTo>
                  <a:lnTo>
                    <a:pt x="13190" y="6350"/>
                  </a:lnTo>
                  <a:lnTo>
                    <a:pt x="13077" y="6438"/>
                  </a:lnTo>
                  <a:lnTo>
                    <a:pt x="13051" y="6589"/>
                  </a:lnTo>
                  <a:lnTo>
                    <a:pt x="13039" y="6778"/>
                  </a:lnTo>
                  <a:lnTo>
                    <a:pt x="13039" y="7004"/>
                  </a:lnTo>
                  <a:lnTo>
                    <a:pt x="13001" y="7054"/>
                  </a:lnTo>
                  <a:lnTo>
                    <a:pt x="12963" y="7017"/>
                  </a:lnTo>
                  <a:lnTo>
                    <a:pt x="12863" y="6929"/>
                  </a:lnTo>
                  <a:lnTo>
                    <a:pt x="12725" y="6602"/>
                  </a:lnTo>
                  <a:lnTo>
                    <a:pt x="12674" y="6388"/>
                  </a:lnTo>
                  <a:lnTo>
                    <a:pt x="12649" y="6275"/>
                  </a:lnTo>
                  <a:lnTo>
                    <a:pt x="12523" y="6124"/>
                  </a:lnTo>
                  <a:lnTo>
                    <a:pt x="12272" y="5998"/>
                  </a:lnTo>
                  <a:lnTo>
                    <a:pt x="12046" y="5973"/>
                  </a:lnTo>
                  <a:lnTo>
                    <a:pt x="11618" y="5910"/>
                  </a:lnTo>
                  <a:lnTo>
                    <a:pt x="11316" y="5847"/>
                  </a:lnTo>
                  <a:lnTo>
                    <a:pt x="11178" y="5785"/>
                  </a:lnTo>
                  <a:lnTo>
                    <a:pt x="10964" y="5533"/>
                  </a:lnTo>
                  <a:lnTo>
                    <a:pt x="10964" y="5445"/>
                  </a:lnTo>
                  <a:lnTo>
                    <a:pt x="11027" y="5407"/>
                  </a:lnTo>
                  <a:lnTo>
                    <a:pt x="11316" y="5395"/>
                  </a:lnTo>
                  <a:lnTo>
                    <a:pt x="11429" y="5357"/>
                  </a:lnTo>
                  <a:lnTo>
                    <a:pt x="11467" y="5319"/>
                  </a:lnTo>
                  <a:lnTo>
                    <a:pt x="11467" y="5118"/>
                  </a:lnTo>
                  <a:lnTo>
                    <a:pt x="11392" y="4867"/>
                  </a:lnTo>
                  <a:lnTo>
                    <a:pt x="11279" y="4653"/>
                  </a:lnTo>
                  <a:lnTo>
                    <a:pt x="11216" y="4590"/>
                  </a:lnTo>
                  <a:lnTo>
                    <a:pt x="11065" y="4515"/>
                  </a:lnTo>
                  <a:lnTo>
                    <a:pt x="10851" y="4427"/>
                  </a:lnTo>
                  <a:lnTo>
                    <a:pt x="10751" y="4339"/>
                  </a:lnTo>
                  <a:lnTo>
                    <a:pt x="10738" y="4263"/>
                  </a:lnTo>
                  <a:lnTo>
                    <a:pt x="10650" y="4125"/>
                  </a:lnTo>
                  <a:lnTo>
                    <a:pt x="10197" y="3773"/>
                  </a:lnTo>
                  <a:lnTo>
                    <a:pt x="10009" y="3572"/>
                  </a:lnTo>
                  <a:lnTo>
                    <a:pt x="9896" y="3408"/>
                  </a:lnTo>
                  <a:lnTo>
                    <a:pt x="9770" y="3257"/>
                  </a:lnTo>
                  <a:lnTo>
                    <a:pt x="9682" y="3232"/>
                  </a:lnTo>
                  <a:lnTo>
                    <a:pt x="9581" y="3207"/>
                  </a:lnTo>
                  <a:lnTo>
                    <a:pt x="9367" y="3207"/>
                  </a:lnTo>
                  <a:lnTo>
                    <a:pt x="9267" y="3257"/>
                  </a:lnTo>
                  <a:lnTo>
                    <a:pt x="9217" y="3282"/>
                  </a:lnTo>
                  <a:lnTo>
                    <a:pt x="9129" y="3270"/>
                  </a:lnTo>
                  <a:lnTo>
                    <a:pt x="9028" y="3144"/>
                  </a:lnTo>
                  <a:lnTo>
                    <a:pt x="9003" y="3056"/>
                  </a:lnTo>
                  <a:lnTo>
                    <a:pt x="9078" y="2830"/>
                  </a:lnTo>
                  <a:lnTo>
                    <a:pt x="9166" y="2717"/>
                  </a:lnTo>
                  <a:lnTo>
                    <a:pt x="9091" y="2704"/>
                  </a:lnTo>
                  <a:lnTo>
                    <a:pt x="8990" y="2754"/>
                  </a:lnTo>
                  <a:lnTo>
                    <a:pt x="8940" y="2855"/>
                  </a:lnTo>
                  <a:lnTo>
                    <a:pt x="8852" y="2955"/>
                  </a:lnTo>
                  <a:lnTo>
                    <a:pt x="8776" y="2968"/>
                  </a:lnTo>
                  <a:lnTo>
                    <a:pt x="8701" y="2955"/>
                  </a:lnTo>
                  <a:lnTo>
                    <a:pt x="8600" y="2830"/>
                  </a:lnTo>
                  <a:lnTo>
                    <a:pt x="8550" y="2490"/>
                  </a:lnTo>
                  <a:lnTo>
                    <a:pt x="8563" y="2264"/>
                  </a:lnTo>
                  <a:lnTo>
                    <a:pt x="8575" y="2163"/>
                  </a:lnTo>
                  <a:lnTo>
                    <a:pt x="8538" y="2063"/>
                  </a:lnTo>
                  <a:lnTo>
                    <a:pt x="8412" y="2038"/>
                  </a:lnTo>
                  <a:lnTo>
                    <a:pt x="8299" y="2088"/>
                  </a:lnTo>
                  <a:lnTo>
                    <a:pt x="8198" y="2138"/>
                  </a:lnTo>
                  <a:lnTo>
                    <a:pt x="8097" y="2188"/>
                  </a:lnTo>
                  <a:lnTo>
                    <a:pt x="8009" y="2151"/>
                  </a:lnTo>
                  <a:lnTo>
                    <a:pt x="7959" y="2088"/>
                  </a:lnTo>
                  <a:lnTo>
                    <a:pt x="7896" y="2025"/>
                  </a:lnTo>
                  <a:lnTo>
                    <a:pt x="7758" y="2038"/>
                  </a:lnTo>
                  <a:lnTo>
                    <a:pt x="7569" y="2163"/>
                  </a:lnTo>
                  <a:lnTo>
                    <a:pt x="7456" y="2214"/>
                  </a:lnTo>
                  <a:lnTo>
                    <a:pt x="7356" y="2214"/>
                  </a:lnTo>
                  <a:lnTo>
                    <a:pt x="7230" y="2088"/>
                  </a:lnTo>
                  <a:lnTo>
                    <a:pt x="7192" y="2038"/>
                  </a:lnTo>
                  <a:lnTo>
                    <a:pt x="7092" y="2038"/>
                  </a:lnTo>
                  <a:lnTo>
                    <a:pt x="6727" y="2138"/>
                  </a:lnTo>
                  <a:lnTo>
                    <a:pt x="6652" y="2126"/>
                  </a:lnTo>
                  <a:lnTo>
                    <a:pt x="6652" y="2075"/>
                  </a:lnTo>
                  <a:lnTo>
                    <a:pt x="6790" y="1874"/>
                  </a:lnTo>
                  <a:lnTo>
                    <a:pt x="6903" y="1811"/>
                  </a:lnTo>
                  <a:lnTo>
                    <a:pt x="7016" y="1761"/>
                  </a:lnTo>
                  <a:lnTo>
                    <a:pt x="7104" y="1686"/>
                  </a:lnTo>
                  <a:lnTo>
                    <a:pt x="7054" y="1660"/>
                  </a:lnTo>
                  <a:lnTo>
                    <a:pt x="6978" y="1648"/>
                  </a:lnTo>
                  <a:lnTo>
                    <a:pt x="6815" y="1660"/>
                  </a:lnTo>
                  <a:lnTo>
                    <a:pt x="6551" y="1774"/>
                  </a:lnTo>
                  <a:lnTo>
                    <a:pt x="6375" y="1811"/>
                  </a:lnTo>
                  <a:lnTo>
                    <a:pt x="6287" y="1811"/>
                  </a:lnTo>
                  <a:lnTo>
                    <a:pt x="6186" y="1786"/>
                  </a:lnTo>
                  <a:lnTo>
                    <a:pt x="6111" y="1660"/>
                  </a:lnTo>
                  <a:lnTo>
                    <a:pt x="5998" y="1585"/>
                  </a:lnTo>
                  <a:lnTo>
                    <a:pt x="5922" y="1535"/>
                  </a:lnTo>
                  <a:lnTo>
                    <a:pt x="5809" y="1371"/>
                  </a:lnTo>
                  <a:lnTo>
                    <a:pt x="5709" y="1057"/>
                  </a:lnTo>
                  <a:lnTo>
                    <a:pt x="5696" y="856"/>
                  </a:lnTo>
                  <a:lnTo>
                    <a:pt x="5683" y="617"/>
                  </a:lnTo>
                  <a:lnTo>
                    <a:pt x="5608" y="202"/>
                  </a:lnTo>
                  <a:lnTo>
                    <a:pt x="5520" y="13"/>
                  </a:lnTo>
                  <a:lnTo>
                    <a:pt x="547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451;p20">
              <a:extLst>
                <a:ext uri="{FF2B5EF4-FFF2-40B4-BE49-F238E27FC236}">
                  <a16:creationId xmlns:a16="http://schemas.microsoft.com/office/drawing/2014/main" id="{14C19AF1-3AA5-5941-B4EE-BE04C7A8239B}"/>
                </a:ext>
              </a:extLst>
            </p:cNvPr>
            <p:cNvSpPr/>
            <p:nvPr/>
          </p:nvSpPr>
          <p:spPr>
            <a:xfrm>
              <a:off x="3113027" y="3732498"/>
              <a:ext cx="98763" cy="40370"/>
            </a:xfrm>
            <a:custGeom>
              <a:avLst/>
              <a:gdLst/>
              <a:ahLst/>
              <a:cxnLst/>
              <a:rect l="l" t="t" r="r" b="b"/>
              <a:pathLst>
                <a:path w="1233" h="504" extrusionOk="0">
                  <a:moveTo>
                    <a:pt x="1182" y="1"/>
                  </a:moveTo>
                  <a:lnTo>
                    <a:pt x="1019" y="26"/>
                  </a:lnTo>
                  <a:lnTo>
                    <a:pt x="843" y="126"/>
                  </a:lnTo>
                  <a:lnTo>
                    <a:pt x="478" y="277"/>
                  </a:lnTo>
                  <a:lnTo>
                    <a:pt x="365" y="265"/>
                  </a:lnTo>
                  <a:lnTo>
                    <a:pt x="214" y="240"/>
                  </a:lnTo>
                  <a:lnTo>
                    <a:pt x="38" y="164"/>
                  </a:lnTo>
                  <a:lnTo>
                    <a:pt x="0" y="202"/>
                  </a:lnTo>
                  <a:lnTo>
                    <a:pt x="0" y="265"/>
                  </a:lnTo>
                  <a:lnTo>
                    <a:pt x="151" y="403"/>
                  </a:lnTo>
                  <a:lnTo>
                    <a:pt x="315" y="441"/>
                  </a:lnTo>
                  <a:lnTo>
                    <a:pt x="579" y="441"/>
                  </a:lnTo>
                  <a:lnTo>
                    <a:pt x="793" y="428"/>
                  </a:lnTo>
                  <a:lnTo>
                    <a:pt x="931" y="453"/>
                  </a:lnTo>
                  <a:lnTo>
                    <a:pt x="1044" y="504"/>
                  </a:lnTo>
                  <a:lnTo>
                    <a:pt x="1057" y="478"/>
                  </a:lnTo>
                  <a:lnTo>
                    <a:pt x="1057" y="428"/>
                  </a:lnTo>
                  <a:lnTo>
                    <a:pt x="1057" y="315"/>
                  </a:lnTo>
                  <a:lnTo>
                    <a:pt x="1182" y="189"/>
                  </a:lnTo>
                  <a:lnTo>
                    <a:pt x="1233" y="101"/>
                  </a:lnTo>
                  <a:lnTo>
                    <a:pt x="1233" y="51"/>
                  </a:lnTo>
                  <a:lnTo>
                    <a:pt x="118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452;p20">
              <a:extLst>
                <a:ext uri="{FF2B5EF4-FFF2-40B4-BE49-F238E27FC236}">
                  <a16:creationId xmlns:a16="http://schemas.microsoft.com/office/drawing/2014/main" id="{07BDD9BB-74AC-B12D-267F-15A38745658D}"/>
                </a:ext>
              </a:extLst>
            </p:cNvPr>
            <p:cNvSpPr/>
            <p:nvPr/>
          </p:nvSpPr>
          <p:spPr>
            <a:xfrm>
              <a:off x="3256007" y="3673063"/>
              <a:ext cx="23309" cy="84746"/>
            </a:xfrm>
            <a:custGeom>
              <a:avLst/>
              <a:gdLst/>
              <a:ahLst/>
              <a:cxnLst/>
              <a:rect l="l" t="t" r="r" b="b"/>
              <a:pathLst>
                <a:path w="291" h="1058" extrusionOk="0">
                  <a:moveTo>
                    <a:pt x="114" y="1"/>
                  </a:moveTo>
                  <a:lnTo>
                    <a:pt x="76" y="39"/>
                  </a:lnTo>
                  <a:lnTo>
                    <a:pt x="13" y="152"/>
                  </a:lnTo>
                  <a:lnTo>
                    <a:pt x="26" y="529"/>
                  </a:lnTo>
                  <a:lnTo>
                    <a:pt x="13" y="780"/>
                  </a:lnTo>
                  <a:lnTo>
                    <a:pt x="1" y="894"/>
                  </a:lnTo>
                  <a:lnTo>
                    <a:pt x="39" y="1019"/>
                  </a:lnTo>
                  <a:lnTo>
                    <a:pt x="164" y="1057"/>
                  </a:lnTo>
                  <a:lnTo>
                    <a:pt x="215" y="1057"/>
                  </a:lnTo>
                  <a:lnTo>
                    <a:pt x="252" y="1032"/>
                  </a:lnTo>
                  <a:lnTo>
                    <a:pt x="215" y="906"/>
                  </a:lnTo>
                  <a:lnTo>
                    <a:pt x="177" y="818"/>
                  </a:lnTo>
                  <a:lnTo>
                    <a:pt x="190" y="529"/>
                  </a:lnTo>
                  <a:lnTo>
                    <a:pt x="252" y="378"/>
                  </a:lnTo>
                  <a:lnTo>
                    <a:pt x="290" y="290"/>
                  </a:lnTo>
                  <a:lnTo>
                    <a:pt x="278" y="139"/>
                  </a:lnTo>
                  <a:lnTo>
                    <a:pt x="215" y="26"/>
                  </a:lnTo>
                  <a:lnTo>
                    <a:pt x="11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453;p20">
              <a:extLst>
                <a:ext uri="{FF2B5EF4-FFF2-40B4-BE49-F238E27FC236}">
                  <a16:creationId xmlns:a16="http://schemas.microsoft.com/office/drawing/2014/main" id="{384F7A0E-E5D3-9158-3306-58BA423DA597}"/>
                </a:ext>
              </a:extLst>
            </p:cNvPr>
            <p:cNvSpPr/>
            <p:nvPr/>
          </p:nvSpPr>
          <p:spPr>
            <a:xfrm>
              <a:off x="3297339" y="3701259"/>
              <a:ext cx="23229" cy="51504"/>
            </a:xfrm>
            <a:custGeom>
              <a:avLst/>
              <a:gdLst/>
              <a:ahLst/>
              <a:cxnLst/>
              <a:rect l="l" t="t" r="r" b="b"/>
              <a:pathLst>
                <a:path w="290" h="643" extrusionOk="0">
                  <a:moveTo>
                    <a:pt x="151" y="1"/>
                  </a:moveTo>
                  <a:lnTo>
                    <a:pt x="63" y="114"/>
                  </a:lnTo>
                  <a:lnTo>
                    <a:pt x="26" y="202"/>
                  </a:lnTo>
                  <a:lnTo>
                    <a:pt x="0" y="366"/>
                  </a:lnTo>
                  <a:lnTo>
                    <a:pt x="51" y="567"/>
                  </a:lnTo>
                  <a:lnTo>
                    <a:pt x="63" y="592"/>
                  </a:lnTo>
                  <a:lnTo>
                    <a:pt x="88" y="642"/>
                  </a:lnTo>
                  <a:lnTo>
                    <a:pt x="126" y="630"/>
                  </a:lnTo>
                  <a:lnTo>
                    <a:pt x="189" y="491"/>
                  </a:lnTo>
                  <a:lnTo>
                    <a:pt x="239" y="391"/>
                  </a:lnTo>
                  <a:lnTo>
                    <a:pt x="290" y="328"/>
                  </a:lnTo>
                  <a:lnTo>
                    <a:pt x="252" y="215"/>
                  </a:lnTo>
                  <a:lnTo>
                    <a:pt x="239" y="114"/>
                  </a:lnTo>
                  <a:lnTo>
                    <a:pt x="239" y="26"/>
                  </a:lnTo>
                  <a:lnTo>
                    <a:pt x="15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454;p20">
              <a:extLst>
                <a:ext uri="{FF2B5EF4-FFF2-40B4-BE49-F238E27FC236}">
                  <a16:creationId xmlns:a16="http://schemas.microsoft.com/office/drawing/2014/main" id="{030F9F49-F246-7FC1-85FE-7A2208050ECB}"/>
                </a:ext>
              </a:extLst>
            </p:cNvPr>
            <p:cNvSpPr/>
            <p:nvPr/>
          </p:nvSpPr>
          <p:spPr>
            <a:xfrm>
              <a:off x="3285244" y="3302436"/>
              <a:ext cx="215629" cy="295168"/>
            </a:xfrm>
            <a:custGeom>
              <a:avLst/>
              <a:gdLst/>
              <a:ahLst/>
              <a:cxnLst/>
              <a:rect l="l" t="t" r="r" b="b"/>
              <a:pathLst>
                <a:path w="2692" h="3685" extrusionOk="0">
                  <a:moveTo>
                    <a:pt x="277" y="1"/>
                  </a:moveTo>
                  <a:lnTo>
                    <a:pt x="189" y="189"/>
                  </a:lnTo>
                  <a:lnTo>
                    <a:pt x="101" y="453"/>
                  </a:lnTo>
                  <a:lnTo>
                    <a:pt x="63" y="592"/>
                  </a:lnTo>
                  <a:lnTo>
                    <a:pt x="38" y="881"/>
                  </a:lnTo>
                  <a:lnTo>
                    <a:pt x="101" y="1321"/>
                  </a:lnTo>
                  <a:lnTo>
                    <a:pt x="151" y="1660"/>
                  </a:lnTo>
                  <a:lnTo>
                    <a:pt x="189" y="1962"/>
                  </a:lnTo>
                  <a:lnTo>
                    <a:pt x="151" y="2239"/>
                  </a:lnTo>
                  <a:lnTo>
                    <a:pt x="63" y="2365"/>
                  </a:lnTo>
                  <a:lnTo>
                    <a:pt x="26" y="2453"/>
                  </a:lnTo>
                  <a:lnTo>
                    <a:pt x="51" y="2616"/>
                  </a:lnTo>
                  <a:lnTo>
                    <a:pt x="126" y="2780"/>
                  </a:lnTo>
                  <a:lnTo>
                    <a:pt x="151" y="2968"/>
                  </a:lnTo>
                  <a:lnTo>
                    <a:pt x="114" y="3056"/>
                  </a:lnTo>
                  <a:lnTo>
                    <a:pt x="26" y="3270"/>
                  </a:lnTo>
                  <a:lnTo>
                    <a:pt x="38" y="3622"/>
                  </a:lnTo>
                  <a:lnTo>
                    <a:pt x="38" y="3660"/>
                  </a:lnTo>
                  <a:lnTo>
                    <a:pt x="1" y="3685"/>
                  </a:lnTo>
                  <a:lnTo>
                    <a:pt x="441" y="3496"/>
                  </a:lnTo>
                  <a:lnTo>
                    <a:pt x="566" y="3433"/>
                  </a:lnTo>
                  <a:lnTo>
                    <a:pt x="667" y="3295"/>
                  </a:lnTo>
                  <a:lnTo>
                    <a:pt x="730" y="3169"/>
                  </a:lnTo>
                  <a:lnTo>
                    <a:pt x="856" y="3106"/>
                  </a:lnTo>
                  <a:lnTo>
                    <a:pt x="1006" y="3132"/>
                  </a:lnTo>
                  <a:lnTo>
                    <a:pt x="1157" y="3157"/>
                  </a:lnTo>
                  <a:lnTo>
                    <a:pt x="1321" y="3094"/>
                  </a:lnTo>
                  <a:lnTo>
                    <a:pt x="1409" y="2868"/>
                  </a:lnTo>
                  <a:lnTo>
                    <a:pt x="1497" y="2742"/>
                  </a:lnTo>
                  <a:lnTo>
                    <a:pt x="1610" y="2666"/>
                  </a:lnTo>
                  <a:lnTo>
                    <a:pt x="1773" y="2729"/>
                  </a:lnTo>
                  <a:lnTo>
                    <a:pt x="1849" y="2754"/>
                  </a:lnTo>
                  <a:lnTo>
                    <a:pt x="1924" y="2717"/>
                  </a:lnTo>
                  <a:lnTo>
                    <a:pt x="1987" y="2541"/>
                  </a:lnTo>
                  <a:lnTo>
                    <a:pt x="2050" y="2453"/>
                  </a:lnTo>
                  <a:lnTo>
                    <a:pt x="2113" y="2440"/>
                  </a:lnTo>
                  <a:lnTo>
                    <a:pt x="2163" y="2478"/>
                  </a:lnTo>
                  <a:lnTo>
                    <a:pt x="2188" y="2692"/>
                  </a:lnTo>
                  <a:lnTo>
                    <a:pt x="2163" y="2968"/>
                  </a:lnTo>
                  <a:lnTo>
                    <a:pt x="2163" y="3119"/>
                  </a:lnTo>
                  <a:lnTo>
                    <a:pt x="2188" y="3144"/>
                  </a:lnTo>
                  <a:lnTo>
                    <a:pt x="2213" y="3132"/>
                  </a:lnTo>
                  <a:lnTo>
                    <a:pt x="2264" y="3069"/>
                  </a:lnTo>
                  <a:lnTo>
                    <a:pt x="2302" y="2855"/>
                  </a:lnTo>
                  <a:lnTo>
                    <a:pt x="2327" y="2616"/>
                  </a:lnTo>
                  <a:lnTo>
                    <a:pt x="2364" y="2427"/>
                  </a:lnTo>
                  <a:lnTo>
                    <a:pt x="2402" y="2390"/>
                  </a:lnTo>
                  <a:lnTo>
                    <a:pt x="2490" y="2352"/>
                  </a:lnTo>
                  <a:lnTo>
                    <a:pt x="2540" y="2189"/>
                  </a:lnTo>
                  <a:lnTo>
                    <a:pt x="2540" y="1962"/>
                  </a:lnTo>
                  <a:lnTo>
                    <a:pt x="2566" y="1761"/>
                  </a:lnTo>
                  <a:lnTo>
                    <a:pt x="2628" y="1749"/>
                  </a:lnTo>
                  <a:lnTo>
                    <a:pt x="2679" y="1723"/>
                  </a:lnTo>
                  <a:lnTo>
                    <a:pt x="2691" y="1686"/>
                  </a:lnTo>
                  <a:lnTo>
                    <a:pt x="2666" y="1610"/>
                  </a:lnTo>
                  <a:lnTo>
                    <a:pt x="2603" y="1572"/>
                  </a:lnTo>
                  <a:lnTo>
                    <a:pt x="2528" y="1572"/>
                  </a:lnTo>
                  <a:lnTo>
                    <a:pt x="2490" y="1598"/>
                  </a:lnTo>
                  <a:lnTo>
                    <a:pt x="2427" y="1660"/>
                  </a:lnTo>
                  <a:lnTo>
                    <a:pt x="2289" y="1598"/>
                  </a:lnTo>
                  <a:lnTo>
                    <a:pt x="2239" y="1472"/>
                  </a:lnTo>
                  <a:lnTo>
                    <a:pt x="2176" y="1384"/>
                  </a:lnTo>
                  <a:lnTo>
                    <a:pt x="2100" y="1321"/>
                  </a:lnTo>
                  <a:lnTo>
                    <a:pt x="2125" y="1208"/>
                  </a:lnTo>
                  <a:lnTo>
                    <a:pt x="2163" y="1057"/>
                  </a:lnTo>
                  <a:lnTo>
                    <a:pt x="2113" y="881"/>
                  </a:lnTo>
                  <a:lnTo>
                    <a:pt x="1987" y="868"/>
                  </a:lnTo>
                  <a:lnTo>
                    <a:pt x="1874" y="906"/>
                  </a:lnTo>
                  <a:lnTo>
                    <a:pt x="1761" y="956"/>
                  </a:lnTo>
                  <a:lnTo>
                    <a:pt x="1635" y="1095"/>
                  </a:lnTo>
                  <a:lnTo>
                    <a:pt x="1585" y="1220"/>
                  </a:lnTo>
                  <a:lnTo>
                    <a:pt x="1522" y="1283"/>
                  </a:lnTo>
                  <a:lnTo>
                    <a:pt x="1472" y="1258"/>
                  </a:lnTo>
                  <a:lnTo>
                    <a:pt x="1396" y="1246"/>
                  </a:lnTo>
                  <a:lnTo>
                    <a:pt x="1258" y="1321"/>
                  </a:lnTo>
                  <a:lnTo>
                    <a:pt x="1132" y="1409"/>
                  </a:lnTo>
                  <a:lnTo>
                    <a:pt x="1032" y="1447"/>
                  </a:lnTo>
                  <a:lnTo>
                    <a:pt x="994" y="1409"/>
                  </a:lnTo>
                  <a:lnTo>
                    <a:pt x="918" y="1334"/>
                  </a:lnTo>
                  <a:lnTo>
                    <a:pt x="805" y="1321"/>
                  </a:lnTo>
                  <a:lnTo>
                    <a:pt x="768" y="1271"/>
                  </a:lnTo>
                  <a:lnTo>
                    <a:pt x="780" y="1220"/>
                  </a:lnTo>
                  <a:lnTo>
                    <a:pt x="805" y="1095"/>
                  </a:lnTo>
                  <a:lnTo>
                    <a:pt x="755" y="1019"/>
                  </a:lnTo>
                  <a:lnTo>
                    <a:pt x="642" y="1019"/>
                  </a:lnTo>
                  <a:lnTo>
                    <a:pt x="592" y="1032"/>
                  </a:lnTo>
                  <a:lnTo>
                    <a:pt x="529" y="1158"/>
                  </a:lnTo>
                  <a:lnTo>
                    <a:pt x="516" y="1396"/>
                  </a:lnTo>
                  <a:lnTo>
                    <a:pt x="491" y="1484"/>
                  </a:lnTo>
                  <a:lnTo>
                    <a:pt x="441" y="1472"/>
                  </a:lnTo>
                  <a:lnTo>
                    <a:pt x="390" y="1145"/>
                  </a:lnTo>
                  <a:lnTo>
                    <a:pt x="365" y="919"/>
                  </a:lnTo>
                  <a:lnTo>
                    <a:pt x="365" y="717"/>
                  </a:lnTo>
                  <a:lnTo>
                    <a:pt x="415" y="328"/>
                  </a:lnTo>
                  <a:lnTo>
                    <a:pt x="365" y="127"/>
                  </a:lnTo>
                  <a:lnTo>
                    <a:pt x="340" y="39"/>
                  </a:lnTo>
                  <a:lnTo>
                    <a:pt x="27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455;p20">
              <a:extLst>
                <a:ext uri="{FF2B5EF4-FFF2-40B4-BE49-F238E27FC236}">
                  <a16:creationId xmlns:a16="http://schemas.microsoft.com/office/drawing/2014/main" id="{D44FD8D1-120C-94B3-AB65-F4C0360E5CA6}"/>
                </a:ext>
              </a:extLst>
            </p:cNvPr>
            <p:cNvSpPr/>
            <p:nvPr/>
          </p:nvSpPr>
          <p:spPr>
            <a:xfrm>
              <a:off x="3031484" y="3538093"/>
              <a:ext cx="122873" cy="31319"/>
            </a:xfrm>
            <a:custGeom>
              <a:avLst/>
              <a:gdLst/>
              <a:ahLst/>
              <a:cxnLst/>
              <a:rect l="l" t="t" r="r" b="b"/>
              <a:pathLst>
                <a:path w="1534" h="391" extrusionOk="0">
                  <a:moveTo>
                    <a:pt x="390" y="1"/>
                  </a:moveTo>
                  <a:lnTo>
                    <a:pt x="214" y="51"/>
                  </a:lnTo>
                  <a:lnTo>
                    <a:pt x="25" y="177"/>
                  </a:lnTo>
                  <a:lnTo>
                    <a:pt x="0" y="202"/>
                  </a:lnTo>
                  <a:lnTo>
                    <a:pt x="38" y="240"/>
                  </a:lnTo>
                  <a:lnTo>
                    <a:pt x="264" y="353"/>
                  </a:lnTo>
                  <a:lnTo>
                    <a:pt x="440" y="391"/>
                  </a:lnTo>
                  <a:lnTo>
                    <a:pt x="528" y="366"/>
                  </a:lnTo>
                  <a:lnTo>
                    <a:pt x="704" y="328"/>
                  </a:lnTo>
                  <a:lnTo>
                    <a:pt x="1069" y="366"/>
                  </a:lnTo>
                  <a:lnTo>
                    <a:pt x="1320" y="366"/>
                  </a:lnTo>
                  <a:lnTo>
                    <a:pt x="1446" y="353"/>
                  </a:lnTo>
                  <a:lnTo>
                    <a:pt x="1534" y="278"/>
                  </a:lnTo>
                  <a:lnTo>
                    <a:pt x="1459" y="190"/>
                  </a:lnTo>
                  <a:lnTo>
                    <a:pt x="1257" y="127"/>
                  </a:lnTo>
                  <a:lnTo>
                    <a:pt x="1132" y="102"/>
                  </a:lnTo>
                  <a:lnTo>
                    <a:pt x="742" y="76"/>
                  </a:lnTo>
                  <a:lnTo>
                    <a:pt x="478" y="14"/>
                  </a:lnTo>
                  <a:lnTo>
                    <a:pt x="39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456;p20">
              <a:extLst>
                <a:ext uri="{FF2B5EF4-FFF2-40B4-BE49-F238E27FC236}">
                  <a16:creationId xmlns:a16="http://schemas.microsoft.com/office/drawing/2014/main" id="{8202014C-7A71-6219-8064-9E5ED5DFFCC3}"/>
                </a:ext>
              </a:extLst>
            </p:cNvPr>
            <p:cNvSpPr/>
            <p:nvPr/>
          </p:nvSpPr>
          <p:spPr>
            <a:xfrm>
              <a:off x="1334386" y="2111012"/>
              <a:ext cx="363654" cy="369662"/>
            </a:xfrm>
            <a:custGeom>
              <a:avLst/>
              <a:gdLst/>
              <a:ahLst/>
              <a:cxnLst/>
              <a:rect l="l" t="t" r="r" b="b"/>
              <a:pathLst>
                <a:path w="4540" h="4615" extrusionOk="0">
                  <a:moveTo>
                    <a:pt x="1522" y="0"/>
                  </a:moveTo>
                  <a:lnTo>
                    <a:pt x="1208" y="76"/>
                  </a:lnTo>
                  <a:lnTo>
                    <a:pt x="881" y="239"/>
                  </a:lnTo>
                  <a:lnTo>
                    <a:pt x="730" y="378"/>
                  </a:lnTo>
                  <a:lnTo>
                    <a:pt x="504" y="579"/>
                  </a:lnTo>
                  <a:lnTo>
                    <a:pt x="428" y="591"/>
                  </a:lnTo>
                  <a:lnTo>
                    <a:pt x="390" y="717"/>
                  </a:lnTo>
                  <a:lnTo>
                    <a:pt x="340" y="855"/>
                  </a:lnTo>
                  <a:lnTo>
                    <a:pt x="390" y="943"/>
                  </a:lnTo>
                  <a:lnTo>
                    <a:pt x="504" y="1057"/>
                  </a:lnTo>
                  <a:lnTo>
                    <a:pt x="667" y="1170"/>
                  </a:lnTo>
                  <a:lnTo>
                    <a:pt x="881" y="1258"/>
                  </a:lnTo>
                  <a:lnTo>
                    <a:pt x="931" y="1333"/>
                  </a:lnTo>
                  <a:lnTo>
                    <a:pt x="919" y="1396"/>
                  </a:lnTo>
                  <a:lnTo>
                    <a:pt x="868" y="1459"/>
                  </a:lnTo>
                  <a:lnTo>
                    <a:pt x="705" y="1471"/>
                  </a:lnTo>
                  <a:lnTo>
                    <a:pt x="365" y="1409"/>
                  </a:lnTo>
                  <a:lnTo>
                    <a:pt x="189" y="1396"/>
                  </a:lnTo>
                  <a:lnTo>
                    <a:pt x="139" y="1421"/>
                  </a:lnTo>
                  <a:lnTo>
                    <a:pt x="189" y="1559"/>
                  </a:lnTo>
                  <a:lnTo>
                    <a:pt x="504" y="1823"/>
                  </a:lnTo>
                  <a:lnTo>
                    <a:pt x="780" y="1937"/>
                  </a:lnTo>
                  <a:lnTo>
                    <a:pt x="1032" y="2037"/>
                  </a:lnTo>
                  <a:lnTo>
                    <a:pt x="1384" y="2314"/>
                  </a:lnTo>
                  <a:lnTo>
                    <a:pt x="1510" y="2465"/>
                  </a:lnTo>
                  <a:lnTo>
                    <a:pt x="1560" y="2528"/>
                  </a:lnTo>
                  <a:lnTo>
                    <a:pt x="1547" y="2641"/>
                  </a:lnTo>
                  <a:lnTo>
                    <a:pt x="1447" y="2716"/>
                  </a:lnTo>
                  <a:lnTo>
                    <a:pt x="1258" y="2741"/>
                  </a:lnTo>
                  <a:lnTo>
                    <a:pt x="1132" y="2716"/>
                  </a:lnTo>
                  <a:lnTo>
                    <a:pt x="906" y="2666"/>
                  </a:lnTo>
                  <a:lnTo>
                    <a:pt x="516" y="2490"/>
                  </a:lnTo>
                  <a:lnTo>
                    <a:pt x="340" y="2352"/>
                  </a:lnTo>
                  <a:lnTo>
                    <a:pt x="252" y="2276"/>
                  </a:lnTo>
                  <a:lnTo>
                    <a:pt x="139" y="2264"/>
                  </a:lnTo>
                  <a:lnTo>
                    <a:pt x="51" y="2402"/>
                  </a:lnTo>
                  <a:lnTo>
                    <a:pt x="13" y="2565"/>
                  </a:lnTo>
                  <a:lnTo>
                    <a:pt x="1" y="2666"/>
                  </a:lnTo>
                  <a:lnTo>
                    <a:pt x="51" y="2842"/>
                  </a:lnTo>
                  <a:lnTo>
                    <a:pt x="177" y="3005"/>
                  </a:lnTo>
                  <a:lnTo>
                    <a:pt x="378" y="3131"/>
                  </a:lnTo>
                  <a:lnTo>
                    <a:pt x="491" y="3169"/>
                  </a:lnTo>
                  <a:lnTo>
                    <a:pt x="680" y="3219"/>
                  </a:lnTo>
                  <a:lnTo>
                    <a:pt x="768" y="3345"/>
                  </a:lnTo>
                  <a:lnTo>
                    <a:pt x="768" y="3357"/>
                  </a:lnTo>
                  <a:lnTo>
                    <a:pt x="680" y="3559"/>
                  </a:lnTo>
                  <a:lnTo>
                    <a:pt x="692" y="3810"/>
                  </a:lnTo>
                  <a:lnTo>
                    <a:pt x="1007" y="3999"/>
                  </a:lnTo>
                  <a:lnTo>
                    <a:pt x="1409" y="4099"/>
                  </a:lnTo>
                  <a:lnTo>
                    <a:pt x="1623" y="4137"/>
                  </a:lnTo>
                  <a:lnTo>
                    <a:pt x="1950" y="4137"/>
                  </a:lnTo>
                  <a:lnTo>
                    <a:pt x="2327" y="4011"/>
                  </a:lnTo>
                  <a:lnTo>
                    <a:pt x="2591" y="3974"/>
                  </a:lnTo>
                  <a:lnTo>
                    <a:pt x="2729" y="3974"/>
                  </a:lnTo>
                  <a:lnTo>
                    <a:pt x="2955" y="3999"/>
                  </a:lnTo>
                  <a:lnTo>
                    <a:pt x="3144" y="4099"/>
                  </a:lnTo>
                  <a:lnTo>
                    <a:pt x="3308" y="4275"/>
                  </a:lnTo>
                  <a:lnTo>
                    <a:pt x="3396" y="4401"/>
                  </a:lnTo>
                  <a:lnTo>
                    <a:pt x="3471" y="4514"/>
                  </a:lnTo>
                  <a:lnTo>
                    <a:pt x="3647" y="4615"/>
                  </a:lnTo>
                  <a:lnTo>
                    <a:pt x="3898" y="4577"/>
                  </a:lnTo>
                  <a:lnTo>
                    <a:pt x="4012" y="4477"/>
                  </a:lnTo>
                  <a:lnTo>
                    <a:pt x="4049" y="4414"/>
                  </a:lnTo>
                  <a:lnTo>
                    <a:pt x="4062" y="4300"/>
                  </a:lnTo>
                  <a:lnTo>
                    <a:pt x="4012" y="4112"/>
                  </a:lnTo>
                  <a:lnTo>
                    <a:pt x="3999" y="3986"/>
                  </a:lnTo>
                  <a:lnTo>
                    <a:pt x="3999" y="3948"/>
                  </a:lnTo>
                  <a:lnTo>
                    <a:pt x="4074" y="3923"/>
                  </a:lnTo>
                  <a:lnTo>
                    <a:pt x="4288" y="3961"/>
                  </a:lnTo>
                  <a:lnTo>
                    <a:pt x="4464" y="3948"/>
                  </a:lnTo>
                  <a:lnTo>
                    <a:pt x="4502" y="3936"/>
                  </a:lnTo>
                  <a:lnTo>
                    <a:pt x="4540" y="3886"/>
                  </a:lnTo>
                  <a:lnTo>
                    <a:pt x="4502" y="3772"/>
                  </a:lnTo>
                  <a:lnTo>
                    <a:pt x="4238" y="3395"/>
                  </a:lnTo>
                  <a:lnTo>
                    <a:pt x="4062" y="3043"/>
                  </a:lnTo>
                  <a:lnTo>
                    <a:pt x="3911" y="2754"/>
                  </a:lnTo>
                  <a:lnTo>
                    <a:pt x="3760" y="2440"/>
                  </a:lnTo>
                  <a:lnTo>
                    <a:pt x="3760" y="2062"/>
                  </a:lnTo>
                  <a:lnTo>
                    <a:pt x="3823" y="1748"/>
                  </a:lnTo>
                  <a:lnTo>
                    <a:pt x="3911" y="1195"/>
                  </a:lnTo>
                  <a:lnTo>
                    <a:pt x="3898" y="981"/>
                  </a:lnTo>
                  <a:lnTo>
                    <a:pt x="3949" y="956"/>
                  </a:lnTo>
                  <a:lnTo>
                    <a:pt x="4037" y="931"/>
                  </a:lnTo>
                  <a:lnTo>
                    <a:pt x="4125" y="880"/>
                  </a:lnTo>
                  <a:lnTo>
                    <a:pt x="4200" y="755"/>
                  </a:lnTo>
                  <a:lnTo>
                    <a:pt x="4175" y="616"/>
                  </a:lnTo>
                  <a:lnTo>
                    <a:pt x="4037" y="478"/>
                  </a:lnTo>
                  <a:lnTo>
                    <a:pt x="3924" y="428"/>
                  </a:lnTo>
                  <a:lnTo>
                    <a:pt x="3823" y="390"/>
                  </a:lnTo>
                  <a:lnTo>
                    <a:pt x="3722" y="478"/>
                  </a:lnTo>
                  <a:lnTo>
                    <a:pt x="3672" y="616"/>
                  </a:lnTo>
                  <a:lnTo>
                    <a:pt x="3584" y="692"/>
                  </a:lnTo>
                  <a:lnTo>
                    <a:pt x="3484" y="654"/>
                  </a:lnTo>
                  <a:lnTo>
                    <a:pt x="3421" y="629"/>
                  </a:lnTo>
                  <a:lnTo>
                    <a:pt x="3345" y="654"/>
                  </a:lnTo>
                  <a:lnTo>
                    <a:pt x="3270" y="830"/>
                  </a:lnTo>
                  <a:lnTo>
                    <a:pt x="3194" y="1396"/>
                  </a:lnTo>
                  <a:lnTo>
                    <a:pt x="3131" y="1685"/>
                  </a:lnTo>
                  <a:lnTo>
                    <a:pt x="3081" y="1773"/>
                  </a:lnTo>
                  <a:lnTo>
                    <a:pt x="3006" y="1811"/>
                  </a:lnTo>
                  <a:lnTo>
                    <a:pt x="2918" y="1660"/>
                  </a:lnTo>
                  <a:lnTo>
                    <a:pt x="2880" y="1446"/>
                  </a:lnTo>
                  <a:lnTo>
                    <a:pt x="2855" y="1207"/>
                  </a:lnTo>
                  <a:lnTo>
                    <a:pt x="2830" y="868"/>
                  </a:lnTo>
                  <a:lnTo>
                    <a:pt x="2754" y="730"/>
                  </a:lnTo>
                  <a:lnTo>
                    <a:pt x="2679" y="704"/>
                  </a:lnTo>
                  <a:lnTo>
                    <a:pt x="2616" y="704"/>
                  </a:lnTo>
                  <a:lnTo>
                    <a:pt x="2515" y="792"/>
                  </a:lnTo>
                  <a:lnTo>
                    <a:pt x="2415" y="981"/>
                  </a:lnTo>
                  <a:lnTo>
                    <a:pt x="2314" y="1031"/>
                  </a:lnTo>
                  <a:lnTo>
                    <a:pt x="2226" y="1019"/>
                  </a:lnTo>
                  <a:lnTo>
                    <a:pt x="2163" y="868"/>
                  </a:lnTo>
                  <a:lnTo>
                    <a:pt x="2176" y="730"/>
                  </a:lnTo>
                  <a:lnTo>
                    <a:pt x="2176" y="616"/>
                  </a:lnTo>
                  <a:lnTo>
                    <a:pt x="2063" y="604"/>
                  </a:lnTo>
                  <a:lnTo>
                    <a:pt x="1887" y="642"/>
                  </a:lnTo>
                  <a:lnTo>
                    <a:pt x="1723" y="679"/>
                  </a:lnTo>
                  <a:lnTo>
                    <a:pt x="1598" y="604"/>
                  </a:lnTo>
                  <a:lnTo>
                    <a:pt x="1585" y="453"/>
                  </a:lnTo>
                  <a:lnTo>
                    <a:pt x="1610" y="302"/>
                  </a:lnTo>
                  <a:lnTo>
                    <a:pt x="1736" y="164"/>
                  </a:lnTo>
                  <a:lnTo>
                    <a:pt x="1748" y="76"/>
                  </a:lnTo>
                  <a:lnTo>
                    <a:pt x="1723" y="25"/>
                  </a:lnTo>
                  <a:lnTo>
                    <a:pt x="152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457;p20">
              <a:extLst>
                <a:ext uri="{FF2B5EF4-FFF2-40B4-BE49-F238E27FC236}">
                  <a16:creationId xmlns:a16="http://schemas.microsoft.com/office/drawing/2014/main" id="{8AC414B5-7D35-6717-992F-506969C041DE}"/>
                </a:ext>
              </a:extLst>
            </p:cNvPr>
            <p:cNvSpPr/>
            <p:nvPr/>
          </p:nvSpPr>
          <p:spPr>
            <a:xfrm>
              <a:off x="1697964" y="2142251"/>
              <a:ext cx="117907" cy="184390"/>
            </a:xfrm>
            <a:custGeom>
              <a:avLst/>
              <a:gdLst/>
              <a:ahLst/>
              <a:cxnLst/>
              <a:rect l="l" t="t" r="r" b="b"/>
              <a:pathLst>
                <a:path w="1472" h="2302" extrusionOk="0">
                  <a:moveTo>
                    <a:pt x="1195" y="0"/>
                  </a:moveTo>
                  <a:lnTo>
                    <a:pt x="1095" y="13"/>
                  </a:lnTo>
                  <a:lnTo>
                    <a:pt x="1032" y="63"/>
                  </a:lnTo>
                  <a:lnTo>
                    <a:pt x="931" y="151"/>
                  </a:lnTo>
                  <a:lnTo>
                    <a:pt x="730" y="189"/>
                  </a:lnTo>
                  <a:lnTo>
                    <a:pt x="579" y="201"/>
                  </a:lnTo>
                  <a:lnTo>
                    <a:pt x="504" y="226"/>
                  </a:lnTo>
                  <a:lnTo>
                    <a:pt x="466" y="340"/>
                  </a:lnTo>
                  <a:lnTo>
                    <a:pt x="491" y="516"/>
                  </a:lnTo>
                  <a:lnTo>
                    <a:pt x="479" y="755"/>
                  </a:lnTo>
                  <a:lnTo>
                    <a:pt x="428" y="893"/>
                  </a:lnTo>
                  <a:lnTo>
                    <a:pt x="365" y="1006"/>
                  </a:lnTo>
                  <a:lnTo>
                    <a:pt x="302" y="993"/>
                  </a:lnTo>
                  <a:lnTo>
                    <a:pt x="252" y="830"/>
                  </a:lnTo>
                  <a:lnTo>
                    <a:pt x="177" y="667"/>
                  </a:lnTo>
                  <a:lnTo>
                    <a:pt x="114" y="629"/>
                  </a:lnTo>
                  <a:lnTo>
                    <a:pt x="51" y="629"/>
                  </a:lnTo>
                  <a:lnTo>
                    <a:pt x="1" y="830"/>
                  </a:lnTo>
                  <a:lnTo>
                    <a:pt x="38" y="1157"/>
                  </a:lnTo>
                  <a:lnTo>
                    <a:pt x="177" y="1509"/>
                  </a:lnTo>
                  <a:lnTo>
                    <a:pt x="277" y="1647"/>
                  </a:lnTo>
                  <a:lnTo>
                    <a:pt x="390" y="1773"/>
                  </a:lnTo>
                  <a:lnTo>
                    <a:pt x="491" y="1974"/>
                  </a:lnTo>
                  <a:lnTo>
                    <a:pt x="516" y="2213"/>
                  </a:lnTo>
                  <a:lnTo>
                    <a:pt x="579" y="2288"/>
                  </a:lnTo>
                  <a:lnTo>
                    <a:pt x="629" y="2301"/>
                  </a:lnTo>
                  <a:lnTo>
                    <a:pt x="730" y="2251"/>
                  </a:lnTo>
                  <a:lnTo>
                    <a:pt x="831" y="2087"/>
                  </a:lnTo>
                  <a:lnTo>
                    <a:pt x="856" y="2050"/>
                  </a:lnTo>
                  <a:lnTo>
                    <a:pt x="906" y="1949"/>
                  </a:lnTo>
                  <a:lnTo>
                    <a:pt x="1296" y="1635"/>
                  </a:lnTo>
                  <a:lnTo>
                    <a:pt x="1396" y="1547"/>
                  </a:lnTo>
                  <a:lnTo>
                    <a:pt x="1472" y="1396"/>
                  </a:lnTo>
                  <a:lnTo>
                    <a:pt x="1359" y="1195"/>
                  </a:lnTo>
                  <a:lnTo>
                    <a:pt x="1245" y="1056"/>
                  </a:lnTo>
                  <a:lnTo>
                    <a:pt x="1157" y="943"/>
                  </a:lnTo>
                  <a:lnTo>
                    <a:pt x="1208" y="805"/>
                  </a:lnTo>
                  <a:lnTo>
                    <a:pt x="1334" y="679"/>
                  </a:lnTo>
                  <a:lnTo>
                    <a:pt x="1384" y="604"/>
                  </a:lnTo>
                  <a:lnTo>
                    <a:pt x="1396" y="453"/>
                  </a:lnTo>
                  <a:lnTo>
                    <a:pt x="1308" y="277"/>
                  </a:lnTo>
                  <a:lnTo>
                    <a:pt x="1283" y="189"/>
                  </a:lnTo>
                  <a:lnTo>
                    <a:pt x="1283" y="113"/>
                  </a:lnTo>
                  <a:lnTo>
                    <a:pt x="119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458;p20">
              <a:extLst>
                <a:ext uri="{FF2B5EF4-FFF2-40B4-BE49-F238E27FC236}">
                  <a16:creationId xmlns:a16="http://schemas.microsoft.com/office/drawing/2014/main" id="{08642AAB-BCC3-EFFF-64AA-C260E8439BD7}"/>
                </a:ext>
              </a:extLst>
            </p:cNvPr>
            <p:cNvSpPr/>
            <p:nvPr/>
          </p:nvSpPr>
          <p:spPr>
            <a:xfrm>
              <a:off x="1258850" y="1972998"/>
              <a:ext cx="194483" cy="203534"/>
            </a:xfrm>
            <a:custGeom>
              <a:avLst/>
              <a:gdLst/>
              <a:ahLst/>
              <a:cxnLst/>
              <a:rect l="l" t="t" r="r" b="b"/>
              <a:pathLst>
                <a:path w="2428" h="2541" extrusionOk="0">
                  <a:moveTo>
                    <a:pt x="1069" y="1"/>
                  </a:moveTo>
                  <a:lnTo>
                    <a:pt x="969" y="64"/>
                  </a:lnTo>
                  <a:lnTo>
                    <a:pt x="893" y="215"/>
                  </a:lnTo>
                  <a:lnTo>
                    <a:pt x="843" y="491"/>
                  </a:lnTo>
                  <a:lnTo>
                    <a:pt x="755" y="717"/>
                  </a:lnTo>
                  <a:lnTo>
                    <a:pt x="654" y="755"/>
                  </a:lnTo>
                  <a:lnTo>
                    <a:pt x="541" y="780"/>
                  </a:lnTo>
                  <a:lnTo>
                    <a:pt x="277" y="969"/>
                  </a:lnTo>
                  <a:lnTo>
                    <a:pt x="64" y="1233"/>
                  </a:lnTo>
                  <a:lnTo>
                    <a:pt x="1" y="1447"/>
                  </a:lnTo>
                  <a:lnTo>
                    <a:pt x="26" y="1572"/>
                  </a:lnTo>
                  <a:lnTo>
                    <a:pt x="51" y="1635"/>
                  </a:lnTo>
                  <a:lnTo>
                    <a:pt x="126" y="1748"/>
                  </a:lnTo>
                  <a:lnTo>
                    <a:pt x="177" y="2013"/>
                  </a:lnTo>
                  <a:lnTo>
                    <a:pt x="152" y="2365"/>
                  </a:lnTo>
                  <a:lnTo>
                    <a:pt x="126" y="2427"/>
                  </a:lnTo>
                  <a:lnTo>
                    <a:pt x="152" y="2490"/>
                  </a:lnTo>
                  <a:lnTo>
                    <a:pt x="240" y="2541"/>
                  </a:lnTo>
                  <a:lnTo>
                    <a:pt x="428" y="2503"/>
                  </a:lnTo>
                  <a:lnTo>
                    <a:pt x="868" y="2138"/>
                  </a:lnTo>
                  <a:lnTo>
                    <a:pt x="1082" y="1849"/>
                  </a:lnTo>
                  <a:lnTo>
                    <a:pt x="1170" y="1736"/>
                  </a:lnTo>
                  <a:lnTo>
                    <a:pt x="1371" y="1585"/>
                  </a:lnTo>
                  <a:lnTo>
                    <a:pt x="1748" y="1497"/>
                  </a:lnTo>
                  <a:lnTo>
                    <a:pt x="2025" y="1447"/>
                  </a:lnTo>
                  <a:lnTo>
                    <a:pt x="2264" y="1396"/>
                  </a:lnTo>
                  <a:lnTo>
                    <a:pt x="2415" y="1346"/>
                  </a:lnTo>
                  <a:lnTo>
                    <a:pt x="2427" y="1220"/>
                  </a:lnTo>
                  <a:lnTo>
                    <a:pt x="2415" y="1095"/>
                  </a:lnTo>
                  <a:lnTo>
                    <a:pt x="2377" y="981"/>
                  </a:lnTo>
                  <a:lnTo>
                    <a:pt x="2201" y="868"/>
                  </a:lnTo>
                  <a:lnTo>
                    <a:pt x="2000" y="805"/>
                  </a:lnTo>
                  <a:lnTo>
                    <a:pt x="1824" y="680"/>
                  </a:lnTo>
                  <a:lnTo>
                    <a:pt x="1774" y="541"/>
                  </a:lnTo>
                  <a:lnTo>
                    <a:pt x="1736" y="403"/>
                  </a:lnTo>
                  <a:lnTo>
                    <a:pt x="1623" y="189"/>
                  </a:lnTo>
                  <a:lnTo>
                    <a:pt x="1472" y="64"/>
                  </a:lnTo>
                  <a:lnTo>
                    <a:pt x="125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459;p20">
              <a:extLst>
                <a:ext uri="{FF2B5EF4-FFF2-40B4-BE49-F238E27FC236}">
                  <a16:creationId xmlns:a16="http://schemas.microsoft.com/office/drawing/2014/main" id="{E9490F4F-D697-D5A8-A720-1BFCF29ED614}"/>
                </a:ext>
              </a:extLst>
            </p:cNvPr>
            <p:cNvSpPr/>
            <p:nvPr/>
          </p:nvSpPr>
          <p:spPr>
            <a:xfrm>
              <a:off x="1941711" y="2163398"/>
              <a:ext cx="753421" cy="679889"/>
            </a:xfrm>
            <a:custGeom>
              <a:avLst/>
              <a:gdLst/>
              <a:ahLst/>
              <a:cxnLst/>
              <a:rect l="l" t="t" r="r" b="b"/>
              <a:pathLst>
                <a:path w="9406" h="8488" extrusionOk="0">
                  <a:moveTo>
                    <a:pt x="2654" y="0"/>
                  </a:moveTo>
                  <a:lnTo>
                    <a:pt x="2427" y="38"/>
                  </a:lnTo>
                  <a:lnTo>
                    <a:pt x="2264" y="138"/>
                  </a:lnTo>
                  <a:lnTo>
                    <a:pt x="2251" y="214"/>
                  </a:lnTo>
                  <a:lnTo>
                    <a:pt x="2239" y="277"/>
                  </a:lnTo>
                  <a:lnTo>
                    <a:pt x="2188" y="289"/>
                  </a:lnTo>
                  <a:lnTo>
                    <a:pt x="2100" y="252"/>
                  </a:lnTo>
                  <a:lnTo>
                    <a:pt x="1962" y="226"/>
                  </a:lnTo>
                  <a:lnTo>
                    <a:pt x="1874" y="252"/>
                  </a:lnTo>
                  <a:lnTo>
                    <a:pt x="1673" y="327"/>
                  </a:lnTo>
                  <a:lnTo>
                    <a:pt x="1409" y="528"/>
                  </a:lnTo>
                  <a:lnTo>
                    <a:pt x="1308" y="704"/>
                  </a:lnTo>
                  <a:lnTo>
                    <a:pt x="1283" y="805"/>
                  </a:lnTo>
                  <a:lnTo>
                    <a:pt x="1283" y="1006"/>
                  </a:lnTo>
                  <a:lnTo>
                    <a:pt x="1296" y="1346"/>
                  </a:lnTo>
                  <a:lnTo>
                    <a:pt x="1258" y="1496"/>
                  </a:lnTo>
                  <a:lnTo>
                    <a:pt x="1233" y="1572"/>
                  </a:lnTo>
                  <a:lnTo>
                    <a:pt x="1245" y="1698"/>
                  </a:lnTo>
                  <a:lnTo>
                    <a:pt x="1371" y="1861"/>
                  </a:lnTo>
                  <a:lnTo>
                    <a:pt x="1484" y="2037"/>
                  </a:lnTo>
                  <a:lnTo>
                    <a:pt x="1522" y="2125"/>
                  </a:lnTo>
                  <a:lnTo>
                    <a:pt x="1484" y="2276"/>
                  </a:lnTo>
                  <a:lnTo>
                    <a:pt x="1371" y="2351"/>
                  </a:lnTo>
                  <a:lnTo>
                    <a:pt x="1245" y="2301"/>
                  </a:lnTo>
                  <a:lnTo>
                    <a:pt x="1220" y="2213"/>
                  </a:lnTo>
                  <a:lnTo>
                    <a:pt x="1182" y="2024"/>
                  </a:lnTo>
                  <a:lnTo>
                    <a:pt x="1006" y="1660"/>
                  </a:lnTo>
                  <a:lnTo>
                    <a:pt x="931" y="1496"/>
                  </a:lnTo>
                  <a:lnTo>
                    <a:pt x="881" y="1220"/>
                  </a:lnTo>
                  <a:lnTo>
                    <a:pt x="931" y="868"/>
                  </a:lnTo>
                  <a:lnTo>
                    <a:pt x="981" y="667"/>
                  </a:lnTo>
                  <a:lnTo>
                    <a:pt x="1006" y="566"/>
                  </a:lnTo>
                  <a:lnTo>
                    <a:pt x="994" y="377"/>
                  </a:lnTo>
                  <a:lnTo>
                    <a:pt x="918" y="252"/>
                  </a:lnTo>
                  <a:lnTo>
                    <a:pt x="767" y="277"/>
                  </a:lnTo>
                  <a:lnTo>
                    <a:pt x="654" y="377"/>
                  </a:lnTo>
                  <a:lnTo>
                    <a:pt x="529" y="491"/>
                  </a:lnTo>
                  <a:lnTo>
                    <a:pt x="315" y="792"/>
                  </a:lnTo>
                  <a:lnTo>
                    <a:pt x="101" y="1308"/>
                  </a:lnTo>
                  <a:lnTo>
                    <a:pt x="26" y="1660"/>
                  </a:lnTo>
                  <a:lnTo>
                    <a:pt x="1" y="1823"/>
                  </a:lnTo>
                  <a:lnTo>
                    <a:pt x="13" y="2050"/>
                  </a:lnTo>
                  <a:lnTo>
                    <a:pt x="89" y="2175"/>
                  </a:lnTo>
                  <a:lnTo>
                    <a:pt x="239" y="2251"/>
                  </a:lnTo>
                  <a:lnTo>
                    <a:pt x="353" y="2263"/>
                  </a:lnTo>
                  <a:lnTo>
                    <a:pt x="453" y="2276"/>
                  </a:lnTo>
                  <a:lnTo>
                    <a:pt x="554" y="2339"/>
                  </a:lnTo>
                  <a:lnTo>
                    <a:pt x="566" y="2427"/>
                  </a:lnTo>
                  <a:lnTo>
                    <a:pt x="554" y="2439"/>
                  </a:lnTo>
                  <a:lnTo>
                    <a:pt x="491" y="2465"/>
                  </a:lnTo>
                  <a:lnTo>
                    <a:pt x="365" y="2666"/>
                  </a:lnTo>
                  <a:lnTo>
                    <a:pt x="353" y="2729"/>
                  </a:lnTo>
                  <a:lnTo>
                    <a:pt x="503" y="2804"/>
                  </a:lnTo>
                  <a:lnTo>
                    <a:pt x="730" y="2842"/>
                  </a:lnTo>
                  <a:lnTo>
                    <a:pt x="931" y="2917"/>
                  </a:lnTo>
                  <a:lnTo>
                    <a:pt x="981" y="2980"/>
                  </a:lnTo>
                  <a:lnTo>
                    <a:pt x="1044" y="3118"/>
                  </a:lnTo>
                  <a:lnTo>
                    <a:pt x="1220" y="3219"/>
                  </a:lnTo>
                  <a:lnTo>
                    <a:pt x="1421" y="3194"/>
                  </a:lnTo>
                  <a:lnTo>
                    <a:pt x="1949" y="3144"/>
                  </a:lnTo>
                  <a:lnTo>
                    <a:pt x="2477" y="3056"/>
                  </a:lnTo>
                  <a:lnTo>
                    <a:pt x="2578" y="3030"/>
                  </a:lnTo>
                  <a:lnTo>
                    <a:pt x="2691" y="3043"/>
                  </a:lnTo>
                  <a:lnTo>
                    <a:pt x="2742" y="3118"/>
                  </a:lnTo>
                  <a:lnTo>
                    <a:pt x="2830" y="3156"/>
                  </a:lnTo>
                  <a:lnTo>
                    <a:pt x="2880" y="3144"/>
                  </a:lnTo>
                  <a:lnTo>
                    <a:pt x="2955" y="3005"/>
                  </a:lnTo>
                  <a:lnTo>
                    <a:pt x="3056" y="2716"/>
                  </a:lnTo>
                  <a:lnTo>
                    <a:pt x="3156" y="2603"/>
                  </a:lnTo>
                  <a:lnTo>
                    <a:pt x="3207" y="2590"/>
                  </a:lnTo>
                  <a:lnTo>
                    <a:pt x="3295" y="2641"/>
                  </a:lnTo>
                  <a:lnTo>
                    <a:pt x="3446" y="2829"/>
                  </a:lnTo>
                  <a:lnTo>
                    <a:pt x="3622" y="2942"/>
                  </a:lnTo>
                  <a:lnTo>
                    <a:pt x="3798" y="3018"/>
                  </a:lnTo>
                  <a:lnTo>
                    <a:pt x="3949" y="3018"/>
                  </a:lnTo>
                  <a:lnTo>
                    <a:pt x="3986" y="3081"/>
                  </a:lnTo>
                  <a:lnTo>
                    <a:pt x="4011" y="3181"/>
                  </a:lnTo>
                  <a:lnTo>
                    <a:pt x="4112" y="3370"/>
                  </a:lnTo>
                  <a:lnTo>
                    <a:pt x="4275" y="3470"/>
                  </a:lnTo>
                  <a:lnTo>
                    <a:pt x="4452" y="3558"/>
                  </a:lnTo>
                  <a:lnTo>
                    <a:pt x="4640" y="3722"/>
                  </a:lnTo>
                  <a:lnTo>
                    <a:pt x="4703" y="3898"/>
                  </a:lnTo>
                  <a:lnTo>
                    <a:pt x="4741" y="3986"/>
                  </a:lnTo>
                  <a:lnTo>
                    <a:pt x="4866" y="4124"/>
                  </a:lnTo>
                  <a:lnTo>
                    <a:pt x="5105" y="4225"/>
                  </a:lnTo>
                  <a:lnTo>
                    <a:pt x="5244" y="4250"/>
                  </a:lnTo>
                  <a:lnTo>
                    <a:pt x="5294" y="4263"/>
                  </a:lnTo>
                  <a:lnTo>
                    <a:pt x="5395" y="4363"/>
                  </a:lnTo>
                  <a:lnTo>
                    <a:pt x="5520" y="4678"/>
                  </a:lnTo>
                  <a:lnTo>
                    <a:pt x="5545" y="4979"/>
                  </a:lnTo>
                  <a:lnTo>
                    <a:pt x="5558" y="5118"/>
                  </a:lnTo>
                  <a:lnTo>
                    <a:pt x="5646" y="5243"/>
                  </a:lnTo>
                  <a:lnTo>
                    <a:pt x="5860" y="5231"/>
                  </a:lnTo>
                  <a:lnTo>
                    <a:pt x="5998" y="5180"/>
                  </a:lnTo>
                  <a:lnTo>
                    <a:pt x="6149" y="5143"/>
                  </a:lnTo>
                  <a:lnTo>
                    <a:pt x="6375" y="5168"/>
                  </a:lnTo>
                  <a:lnTo>
                    <a:pt x="6501" y="5281"/>
                  </a:lnTo>
                  <a:lnTo>
                    <a:pt x="6539" y="5369"/>
                  </a:lnTo>
                  <a:lnTo>
                    <a:pt x="6564" y="5457"/>
                  </a:lnTo>
                  <a:lnTo>
                    <a:pt x="6501" y="5558"/>
                  </a:lnTo>
                  <a:lnTo>
                    <a:pt x="6262" y="5633"/>
                  </a:lnTo>
                  <a:lnTo>
                    <a:pt x="6111" y="5709"/>
                  </a:lnTo>
                  <a:lnTo>
                    <a:pt x="6061" y="5734"/>
                  </a:lnTo>
                  <a:lnTo>
                    <a:pt x="5935" y="5646"/>
                  </a:lnTo>
                  <a:lnTo>
                    <a:pt x="5709" y="5356"/>
                  </a:lnTo>
                  <a:lnTo>
                    <a:pt x="5533" y="5231"/>
                  </a:lnTo>
                  <a:lnTo>
                    <a:pt x="5445" y="5206"/>
                  </a:lnTo>
                  <a:lnTo>
                    <a:pt x="5344" y="5306"/>
                  </a:lnTo>
                  <a:lnTo>
                    <a:pt x="5256" y="5633"/>
                  </a:lnTo>
                  <a:lnTo>
                    <a:pt x="5156" y="5834"/>
                  </a:lnTo>
                  <a:lnTo>
                    <a:pt x="5118" y="5910"/>
                  </a:lnTo>
                  <a:lnTo>
                    <a:pt x="5193" y="6048"/>
                  </a:lnTo>
                  <a:lnTo>
                    <a:pt x="5344" y="6186"/>
                  </a:lnTo>
                  <a:lnTo>
                    <a:pt x="5470" y="6350"/>
                  </a:lnTo>
                  <a:lnTo>
                    <a:pt x="5470" y="6463"/>
                  </a:lnTo>
                  <a:lnTo>
                    <a:pt x="5445" y="6564"/>
                  </a:lnTo>
                  <a:lnTo>
                    <a:pt x="5319" y="6702"/>
                  </a:lnTo>
                  <a:lnTo>
                    <a:pt x="5030" y="6802"/>
                  </a:lnTo>
                  <a:lnTo>
                    <a:pt x="4804" y="6853"/>
                  </a:lnTo>
                  <a:lnTo>
                    <a:pt x="4703" y="6865"/>
                  </a:lnTo>
                  <a:lnTo>
                    <a:pt x="4565" y="6802"/>
                  </a:lnTo>
                  <a:lnTo>
                    <a:pt x="4464" y="6752"/>
                  </a:lnTo>
                  <a:lnTo>
                    <a:pt x="4313" y="6828"/>
                  </a:lnTo>
                  <a:lnTo>
                    <a:pt x="4200" y="6978"/>
                  </a:lnTo>
                  <a:lnTo>
                    <a:pt x="4099" y="7142"/>
                  </a:lnTo>
                  <a:lnTo>
                    <a:pt x="4074" y="7356"/>
                  </a:lnTo>
                  <a:lnTo>
                    <a:pt x="4275" y="7494"/>
                  </a:lnTo>
                  <a:lnTo>
                    <a:pt x="4426" y="7532"/>
                  </a:lnTo>
                  <a:lnTo>
                    <a:pt x="4540" y="7557"/>
                  </a:lnTo>
                  <a:lnTo>
                    <a:pt x="4791" y="7469"/>
                  </a:lnTo>
                  <a:lnTo>
                    <a:pt x="4954" y="7343"/>
                  </a:lnTo>
                  <a:lnTo>
                    <a:pt x="5118" y="7230"/>
                  </a:lnTo>
                  <a:lnTo>
                    <a:pt x="5445" y="7167"/>
                  </a:lnTo>
                  <a:lnTo>
                    <a:pt x="5596" y="7167"/>
                  </a:lnTo>
                  <a:lnTo>
                    <a:pt x="5759" y="7205"/>
                  </a:lnTo>
                  <a:lnTo>
                    <a:pt x="6187" y="7507"/>
                  </a:lnTo>
                  <a:lnTo>
                    <a:pt x="6388" y="7595"/>
                  </a:lnTo>
                  <a:lnTo>
                    <a:pt x="6514" y="7632"/>
                  </a:lnTo>
                  <a:lnTo>
                    <a:pt x="6551" y="7720"/>
                  </a:lnTo>
                  <a:lnTo>
                    <a:pt x="6602" y="7909"/>
                  </a:lnTo>
                  <a:lnTo>
                    <a:pt x="6627" y="7972"/>
                  </a:lnTo>
                  <a:lnTo>
                    <a:pt x="6715" y="8047"/>
                  </a:lnTo>
                  <a:lnTo>
                    <a:pt x="6941" y="8110"/>
                  </a:lnTo>
                  <a:lnTo>
                    <a:pt x="7306" y="8148"/>
                  </a:lnTo>
                  <a:lnTo>
                    <a:pt x="7620" y="8223"/>
                  </a:lnTo>
                  <a:lnTo>
                    <a:pt x="7721" y="8324"/>
                  </a:lnTo>
                  <a:lnTo>
                    <a:pt x="7809" y="8424"/>
                  </a:lnTo>
                  <a:lnTo>
                    <a:pt x="7985" y="8487"/>
                  </a:lnTo>
                  <a:lnTo>
                    <a:pt x="8286" y="8424"/>
                  </a:lnTo>
                  <a:lnTo>
                    <a:pt x="8538" y="8399"/>
                  </a:lnTo>
                  <a:lnTo>
                    <a:pt x="8764" y="8412"/>
                  </a:lnTo>
                  <a:lnTo>
                    <a:pt x="8991" y="8450"/>
                  </a:lnTo>
                  <a:lnTo>
                    <a:pt x="9079" y="8412"/>
                  </a:lnTo>
                  <a:lnTo>
                    <a:pt x="9104" y="8349"/>
                  </a:lnTo>
                  <a:lnTo>
                    <a:pt x="9091" y="8286"/>
                  </a:lnTo>
                  <a:lnTo>
                    <a:pt x="8940" y="8135"/>
                  </a:lnTo>
                  <a:lnTo>
                    <a:pt x="8601" y="7909"/>
                  </a:lnTo>
                  <a:lnTo>
                    <a:pt x="8500" y="7796"/>
                  </a:lnTo>
                  <a:lnTo>
                    <a:pt x="8475" y="7745"/>
                  </a:lnTo>
                  <a:lnTo>
                    <a:pt x="8274" y="7657"/>
                  </a:lnTo>
                  <a:lnTo>
                    <a:pt x="7872" y="7532"/>
                  </a:lnTo>
                  <a:lnTo>
                    <a:pt x="7758" y="7456"/>
                  </a:lnTo>
                  <a:lnTo>
                    <a:pt x="7721" y="7381"/>
                  </a:lnTo>
                  <a:lnTo>
                    <a:pt x="7796" y="7318"/>
                  </a:lnTo>
                  <a:lnTo>
                    <a:pt x="7960" y="7343"/>
                  </a:lnTo>
                  <a:lnTo>
                    <a:pt x="8249" y="7381"/>
                  </a:lnTo>
                  <a:lnTo>
                    <a:pt x="8626" y="7381"/>
                  </a:lnTo>
                  <a:lnTo>
                    <a:pt x="8752" y="7406"/>
                  </a:lnTo>
                  <a:lnTo>
                    <a:pt x="8928" y="7519"/>
                  </a:lnTo>
                  <a:lnTo>
                    <a:pt x="9066" y="7657"/>
                  </a:lnTo>
                  <a:lnTo>
                    <a:pt x="9192" y="7745"/>
                  </a:lnTo>
                  <a:lnTo>
                    <a:pt x="9267" y="7745"/>
                  </a:lnTo>
                  <a:lnTo>
                    <a:pt x="9343" y="7720"/>
                  </a:lnTo>
                  <a:lnTo>
                    <a:pt x="9405" y="7657"/>
                  </a:lnTo>
                  <a:lnTo>
                    <a:pt x="9368" y="7532"/>
                  </a:lnTo>
                  <a:lnTo>
                    <a:pt x="9267" y="7444"/>
                  </a:lnTo>
                  <a:lnTo>
                    <a:pt x="9167" y="7356"/>
                  </a:lnTo>
                  <a:lnTo>
                    <a:pt x="9066" y="7066"/>
                  </a:lnTo>
                  <a:lnTo>
                    <a:pt x="9066" y="6878"/>
                  </a:lnTo>
                  <a:lnTo>
                    <a:pt x="9066" y="6802"/>
                  </a:lnTo>
                  <a:lnTo>
                    <a:pt x="9003" y="6727"/>
                  </a:lnTo>
                  <a:lnTo>
                    <a:pt x="8903" y="6689"/>
                  </a:lnTo>
                  <a:lnTo>
                    <a:pt x="8815" y="6614"/>
                  </a:lnTo>
                  <a:lnTo>
                    <a:pt x="8777" y="6526"/>
                  </a:lnTo>
                  <a:lnTo>
                    <a:pt x="8752" y="6438"/>
                  </a:lnTo>
                  <a:lnTo>
                    <a:pt x="8664" y="6375"/>
                  </a:lnTo>
                  <a:lnTo>
                    <a:pt x="8563" y="6362"/>
                  </a:lnTo>
                  <a:lnTo>
                    <a:pt x="8462" y="6299"/>
                  </a:lnTo>
                  <a:lnTo>
                    <a:pt x="8425" y="6224"/>
                  </a:lnTo>
                  <a:lnTo>
                    <a:pt x="8374" y="6136"/>
                  </a:lnTo>
                  <a:lnTo>
                    <a:pt x="8224" y="6073"/>
                  </a:lnTo>
                  <a:lnTo>
                    <a:pt x="7922" y="6061"/>
                  </a:lnTo>
                  <a:lnTo>
                    <a:pt x="7721" y="5985"/>
                  </a:lnTo>
                  <a:lnTo>
                    <a:pt x="7645" y="5935"/>
                  </a:lnTo>
                  <a:lnTo>
                    <a:pt x="7633" y="5859"/>
                  </a:lnTo>
                  <a:lnTo>
                    <a:pt x="7670" y="5784"/>
                  </a:lnTo>
                  <a:lnTo>
                    <a:pt x="7683" y="5721"/>
                  </a:lnTo>
                  <a:lnTo>
                    <a:pt x="7633" y="5683"/>
                  </a:lnTo>
                  <a:lnTo>
                    <a:pt x="7507" y="5621"/>
                  </a:lnTo>
                  <a:lnTo>
                    <a:pt x="7331" y="5570"/>
                  </a:lnTo>
                  <a:lnTo>
                    <a:pt x="7293" y="5470"/>
                  </a:lnTo>
                  <a:lnTo>
                    <a:pt x="7306" y="5394"/>
                  </a:lnTo>
                  <a:lnTo>
                    <a:pt x="7318" y="5319"/>
                  </a:lnTo>
                  <a:lnTo>
                    <a:pt x="7281" y="5180"/>
                  </a:lnTo>
                  <a:lnTo>
                    <a:pt x="7230" y="5080"/>
                  </a:lnTo>
                  <a:lnTo>
                    <a:pt x="7243" y="5004"/>
                  </a:lnTo>
                  <a:lnTo>
                    <a:pt x="7318" y="4967"/>
                  </a:lnTo>
                  <a:lnTo>
                    <a:pt x="7394" y="4929"/>
                  </a:lnTo>
                  <a:lnTo>
                    <a:pt x="7519" y="4942"/>
                  </a:lnTo>
                  <a:lnTo>
                    <a:pt x="7658" y="5017"/>
                  </a:lnTo>
                  <a:lnTo>
                    <a:pt x="7721" y="4992"/>
                  </a:lnTo>
                  <a:lnTo>
                    <a:pt x="7821" y="4954"/>
                  </a:lnTo>
                  <a:lnTo>
                    <a:pt x="8010" y="5017"/>
                  </a:lnTo>
                  <a:lnTo>
                    <a:pt x="8073" y="5118"/>
                  </a:lnTo>
                  <a:lnTo>
                    <a:pt x="8048" y="5193"/>
                  </a:lnTo>
                  <a:lnTo>
                    <a:pt x="8010" y="5268"/>
                  </a:lnTo>
                  <a:lnTo>
                    <a:pt x="8035" y="5432"/>
                  </a:lnTo>
                  <a:lnTo>
                    <a:pt x="8186" y="5621"/>
                  </a:lnTo>
                  <a:lnTo>
                    <a:pt x="8324" y="5696"/>
                  </a:lnTo>
                  <a:lnTo>
                    <a:pt x="8513" y="5759"/>
                  </a:lnTo>
                  <a:lnTo>
                    <a:pt x="8877" y="5746"/>
                  </a:lnTo>
                  <a:lnTo>
                    <a:pt x="8978" y="5646"/>
                  </a:lnTo>
                  <a:lnTo>
                    <a:pt x="8978" y="5532"/>
                  </a:lnTo>
                  <a:lnTo>
                    <a:pt x="8953" y="5457"/>
                  </a:lnTo>
                  <a:lnTo>
                    <a:pt x="8915" y="5319"/>
                  </a:lnTo>
                  <a:lnTo>
                    <a:pt x="8903" y="5180"/>
                  </a:lnTo>
                  <a:lnTo>
                    <a:pt x="8965" y="5092"/>
                  </a:lnTo>
                  <a:lnTo>
                    <a:pt x="8953" y="4879"/>
                  </a:lnTo>
                  <a:lnTo>
                    <a:pt x="8928" y="4602"/>
                  </a:lnTo>
                  <a:lnTo>
                    <a:pt x="8953" y="4426"/>
                  </a:lnTo>
                  <a:lnTo>
                    <a:pt x="8953" y="4313"/>
                  </a:lnTo>
                  <a:lnTo>
                    <a:pt x="8865" y="4212"/>
                  </a:lnTo>
                  <a:lnTo>
                    <a:pt x="8613" y="4175"/>
                  </a:lnTo>
                  <a:lnTo>
                    <a:pt x="8437" y="4162"/>
                  </a:lnTo>
                  <a:lnTo>
                    <a:pt x="8362" y="4137"/>
                  </a:lnTo>
                  <a:lnTo>
                    <a:pt x="8324" y="4049"/>
                  </a:lnTo>
                  <a:lnTo>
                    <a:pt x="8324" y="3948"/>
                  </a:lnTo>
                  <a:lnTo>
                    <a:pt x="8261" y="3885"/>
                  </a:lnTo>
                  <a:lnTo>
                    <a:pt x="8186" y="3885"/>
                  </a:lnTo>
                  <a:lnTo>
                    <a:pt x="8010" y="3911"/>
                  </a:lnTo>
                  <a:lnTo>
                    <a:pt x="7821" y="3911"/>
                  </a:lnTo>
                  <a:lnTo>
                    <a:pt x="7771" y="3873"/>
                  </a:lnTo>
                  <a:lnTo>
                    <a:pt x="7758" y="3823"/>
                  </a:lnTo>
                  <a:lnTo>
                    <a:pt x="7746" y="3722"/>
                  </a:lnTo>
                  <a:lnTo>
                    <a:pt x="7620" y="3584"/>
                  </a:lnTo>
                  <a:lnTo>
                    <a:pt x="7482" y="3533"/>
                  </a:lnTo>
                  <a:lnTo>
                    <a:pt x="7381" y="3533"/>
                  </a:lnTo>
                  <a:lnTo>
                    <a:pt x="7205" y="3558"/>
                  </a:lnTo>
                  <a:lnTo>
                    <a:pt x="7054" y="3596"/>
                  </a:lnTo>
                  <a:lnTo>
                    <a:pt x="6954" y="3533"/>
                  </a:lnTo>
                  <a:lnTo>
                    <a:pt x="6878" y="3445"/>
                  </a:lnTo>
                  <a:lnTo>
                    <a:pt x="6803" y="3357"/>
                  </a:lnTo>
                  <a:lnTo>
                    <a:pt x="6602" y="3332"/>
                  </a:lnTo>
                  <a:lnTo>
                    <a:pt x="6413" y="3382"/>
                  </a:lnTo>
                  <a:lnTo>
                    <a:pt x="6325" y="3408"/>
                  </a:lnTo>
                  <a:lnTo>
                    <a:pt x="6338" y="3357"/>
                  </a:lnTo>
                  <a:lnTo>
                    <a:pt x="6375" y="3257"/>
                  </a:lnTo>
                  <a:lnTo>
                    <a:pt x="6325" y="3144"/>
                  </a:lnTo>
                  <a:lnTo>
                    <a:pt x="6262" y="2980"/>
                  </a:lnTo>
                  <a:lnTo>
                    <a:pt x="6250" y="2879"/>
                  </a:lnTo>
                  <a:lnTo>
                    <a:pt x="6262" y="2754"/>
                  </a:lnTo>
                  <a:lnTo>
                    <a:pt x="6312" y="2653"/>
                  </a:lnTo>
                  <a:lnTo>
                    <a:pt x="6338" y="2565"/>
                  </a:lnTo>
                  <a:lnTo>
                    <a:pt x="6312" y="2515"/>
                  </a:lnTo>
                  <a:lnTo>
                    <a:pt x="6262" y="2465"/>
                  </a:lnTo>
                  <a:lnTo>
                    <a:pt x="6099" y="2427"/>
                  </a:lnTo>
                  <a:lnTo>
                    <a:pt x="5797" y="2465"/>
                  </a:lnTo>
                  <a:lnTo>
                    <a:pt x="5696" y="2439"/>
                  </a:lnTo>
                  <a:lnTo>
                    <a:pt x="5684" y="2377"/>
                  </a:lnTo>
                  <a:lnTo>
                    <a:pt x="5721" y="2163"/>
                  </a:lnTo>
                  <a:lnTo>
                    <a:pt x="5696" y="2037"/>
                  </a:lnTo>
                  <a:lnTo>
                    <a:pt x="5671" y="1987"/>
                  </a:lnTo>
                  <a:lnTo>
                    <a:pt x="5571" y="1962"/>
                  </a:lnTo>
                  <a:lnTo>
                    <a:pt x="5457" y="1987"/>
                  </a:lnTo>
                  <a:lnTo>
                    <a:pt x="5357" y="1949"/>
                  </a:lnTo>
                  <a:lnTo>
                    <a:pt x="5332" y="1861"/>
                  </a:lnTo>
                  <a:lnTo>
                    <a:pt x="5319" y="1786"/>
                  </a:lnTo>
                  <a:lnTo>
                    <a:pt x="5219" y="1735"/>
                  </a:lnTo>
                  <a:lnTo>
                    <a:pt x="5042" y="1786"/>
                  </a:lnTo>
                  <a:lnTo>
                    <a:pt x="4942" y="1760"/>
                  </a:lnTo>
                  <a:lnTo>
                    <a:pt x="4904" y="1685"/>
                  </a:lnTo>
                  <a:lnTo>
                    <a:pt x="4954" y="1509"/>
                  </a:lnTo>
                  <a:lnTo>
                    <a:pt x="4942" y="1434"/>
                  </a:lnTo>
                  <a:lnTo>
                    <a:pt x="4917" y="1408"/>
                  </a:lnTo>
                  <a:lnTo>
                    <a:pt x="4816" y="1408"/>
                  </a:lnTo>
                  <a:lnTo>
                    <a:pt x="4628" y="1522"/>
                  </a:lnTo>
                  <a:lnTo>
                    <a:pt x="4514" y="1660"/>
                  </a:lnTo>
                  <a:lnTo>
                    <a:pt x="4477" y="1723"/>
                  </a:lnTo>
                  <a:lnTo>
                    <a:pt x="4401" y="1710"/>
                  </a:lnTo>
                  <a:lnTo>
                    <a:pt x="4313" y="1534"/>
                  </a:lnTo>
                  <a:lnTo>
                    <a:pt x="4238" y="1358"/>
                  </a:lnTo>
                  <a:lnTo>
                    <a:pt x="4187" y="1295"/>
                  </a:lnTo>
                  <a:lnTo>
                    <a:pt x="4099" y="1308"/>
                  </a:lnTo>
                  <a:lnTo>
                    <a:pt x="4024" y="1396"/>
                  </a:lnTo>
                  <a:lnTo>
                    <a:pt x="3999" y="1408"/>
                  </a:lnTo>
                  <a:lnTo>
                    <a:pt x="3999" y="1358"/>
                  </a:lnTo>
                  <a:lnTo>
                    <a:pt x="3999" y="1283"/>
                  </a:lnTo>
                  <a:lnTo>
                    <a:pt x="3923" y="1207"/>
                  </a:lnTo>
                  <a:lnTo>
                    <a:pt x="3835" y="1157"/>
                  </a:lnTo>
                  <a:lnTo>
                    <a:pt x="3785" y="1056"/>
                  </a:lnTo>
                  <a:lnTo>
                    <a:pt x="3798" y="981"/>
                  </a:lnTo>
                  <a:lnTo>
                    <a:pt x="3798" y="893"/>
                  </a:lnTo>
                  <a:lnTo>
                    <a:pt x="3634" y="755"/>
                  </a:lnTo>
                  <a:lnTo>
                    <a:pt x="3383" y="679"/>
                  </a:lnTo>
                  <a:lnTo>
                    <a:pt x="3144" y="742"/>
                  </a:lnTo>
                  <a:lnTo>
                    <a:pt x="3081" y="855"/>
                  </a:lnTo>
                  <a:lnTo>
                    <a:pt x="3006" y="1094"/>
                  </a:lnTo>
                  <a:lnTo>
                    <a:pt x="2943" y="1295"/>
                  </a:lnTo>
                  <a:lnTo>
                    <a:pt x="2867" y="1295"/>
                  </a:lnTo>
                  <a:lnTo>
                    <a:pt x="2817" y="1220"/>
                  </a:lnTo>
                  <a:lnTo>
                    <a:pt x="2754" y="1157"/>
                  </a:lnTo>
                  <a:lnTo>
                    <a:pt x="2679" y="1169"/>
                  </a:lnTo>
                  <a:lnTo>
                    <a:pt x="2603" y="1283"/>
                  </a:lnTo>
                  <a:lnTo>
                    <a:pt x="2490" y="1396"/>
                  </a:lnTo>
                  <a:lnTo>
                    <a:pt x="2402" y="1434"/>
                  </a:lnTo>
                  <a:lnTo>
                    <a:pt x="2314" y="1434"/>
                  </a:lnTo>
                  <a:lnTo>
                    <a:pt x="2226" y="1383"/>
                  </a:lnTo>
                  <a:lnTo>
                    <a:pt x="2226" y="1207"/>
                  </a:lnTo>
                  <a:lnTo>
                    <a:pt x="2276" y="1019"/>
                  </a:lnTo>
                  <a:lnTo>
                    <a:pt x="2289" y="817"/>
                  </a:lnTo>
                  <a:lnTo>
                    <a:pt x="2201" y="566"/>
                  </a:lnTo>
                  <a:lnTo>
                    <a:pt x="2188" y="465"/>
                  </a:lnTo>
                  <a:lnTo>
                    <a:pt x="2226" y="440"/>
                  </a:lnTo>
                  <a:lnTo>
                    <a:pt x="2276" y="440"/>
                  </a:lnTo>
                  <a:lnTo>
                    <a:pt x="2389" y="541"/>
                  </a:lnTo>
                  <a:lnTo>
                    <a:pt x="2490" y="679"/>
                  </a:lnTo>
                  <a:lnTo>
                    <a:pt x="2578" y="755"/>
                  </a:lnTo>
                  <a:lnTo>
                    <a:pt x="2616" y="742"/>
                  </a:lnTo>
                  <a:lnTo>
                    <a:pt x="2716" y="679"/>
                  </a:lnTo>
                  <a:lnTo>
                    <a:pt x="3081" y="553"/>
                  </a:lnTo>
                  <a:lnTo>
                    <a:pt x="3307" y="503"/>
                  </a:lnTo>
                  <a:lnTo>
                    <a:pt x="3383" y="478"/>
                  </a:lnTo>
                  <a:lnTo>
                    <a:pt x="3345" y="390"/>
                  </a:lnTo>
                  <a:lnTo>
                    <a:pt x="3056" y="189"/>
                  </a:lnTo>
                  <a:lnTo>
                    <a:pt x="2918" y="76"/>
                  </a:lnTo>
                  <a:lnTo>
                    <a:pt x="2855" y="38"/>
                  </a:lnTo>
                  <a:lnTo>
                    <a:pt x="265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460;p20">
              <a:extLst>
                <a:ext uri="{FF2B5EF4-FFF2-40B4-BE49-F238E27FC236}">
                  <a16:creationId xmlns:a16="http://schemas.microsoft.com/office/drawing/2014/main" id="{35A760B2-571C-DCFE-479D-C52E3082C701}"/>
                </a:ext>
              </a:extLst>
            </p:cNvPr>
            <p:cNvSpPr/>
            <p:nvPr/>
          </p:nvSpPr>
          <p:spPr>
            <a:xfrm>
              <a:off x="2256988" y="2505830"/>
              <a:ext cx="77617" cy="80661"/>
            </a:xfrm>
            <a:custGeom>
              <a:avLst/>
              <a:gdLst/>
              <a:ahLst/>
              <a:cxnLst/>
              <a:rect l="l" t="t" r="r" b="b"/>
              <a:pathLst>
                <a:path w="969" h="1007" extrusionOk="0">
                  <a:moveTo>
                    <a:pt x="289" y="0"/>
                  </a:moveTo>
                  <a:lnTo>
                    <a:pt x="113" y="63"/>
                  </a:lnTo>
                  <a:lnTo>
                    <a:pt x="13" y="226"/>
                  </a:lnTo>
                  <a:lnTo>
                    <a:pt x="13" y="264"/>
                  </a:lnTo>
                  <a:lnTo>
                    <a:pt x="0" y="340"/>
                  </a:lnTo>
                  <a:lnTo>
                    <a:pt x="0" y="717"/>
                  </a:lnTo>
                  <a:lnTo>
                    <a:pt x="101" y="931"/>
                  </a:lnTo>
                  <a:lnTo>
                    <a:pt x="214" y="981"/>
                  </a:lnTo>
                  <a:lnTo>
                    <a:pt x="402" y="1006"/>
                  </a:lnTo>
                  <a:lnTo>
                    <a:pt x="566" y="918"/>
                  </a:lnTo>
                  <a:lnTo>
                    <a:pt x="767" y="843"/>
                  </a:lnTo>
                  <a:lnTo>
                    <a:pt x="880" y="792"/>
                  </a:lnTo>
                  <a:lnTo>
                    <a:pt x="968" y="679"/>
                  </a:lnTo>
                  <a:lnTo>
                    <a:pt x="930" y="528"/>
                  </a:lnTo>
                  <a:lnTo>
                    <a:pt x="893" y="503"/>
                  </a:lnTo>
                  <a:lnTo>
                    <a:pt x="880" y="465"/>
                  </a:lnTo>
                  <a:lnTo>
                    <a:pt x="767" y="201"/>
                  </a:lnTo>
                  <a:lnTo>
                    <a:pt x="591" y="50"/>
                  </a:lnTo>
                  <a:lnTo>
                    <a:pt x="440" y="13"/>
                  </a:lnTo>
                  <a:lnTo>
                    <a:pt x="28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461;p20">
              <a:extLst>
                <a:ext uri="{FF2B5EF4-FFF2-40B4-BE49-F238E27FC236}">
                  <a16:creationId xmlns:a16="http://schemas.microsoft.com/office/drawing/2014/main" id="{49971ED3-BC0B-443C-B707-13B184BE3984}"/>
                </a:ext>
              </a:extLst>
            </p:cNvPr>
            <p:cNvSpPr/>
            <p:nvPr/>
          </p:nvSpPr>
          <p:spPr>
            <a:xfrm>
              <a:off x="1928654" y="1480536"/>
              <a:ext cx="276025" cy="522733"/>
            </a:xfrm>
            <a:custGeom>
              <a:avLst/>
              <a:gdLst/>
              <a:ahLst/>
              <a:cxnLst/>
              <a:rect l="l" t="t" r="r" b="b"/>
              <a:pathLst>
                <a:path w="3446" h="6526" extrusionOk="0">
                  <a:moveTo>
                    <a:pt x="2691" y="0"/>
                  </a:moveTo>
                  <a:lnTo>
                    <a:pt x="2578" y="13"/>
                  </a:lnTo>
                  <a:lnTo>
                    <a:pt x="2427" y="139"/>
                  </a:lnTo>
                  <a:lnTo>
                    <a:pt x="2263" y="315"/>
                  </a:lnTo>
                  <a:lnTo>
                    <a:pt x="2037" y="428"/>
                  </a:lnTo>
                  <a:lnTo>
                    <a:pt x="1697" y="428"/>
                  </a:lnTo>
                  <a:lnTo>
                    <a:pt x="1509" y="503"/>
                  </a:lnTo>
                  <a:lnTo>
                    <a:pt x="1383" y="730"/>
                  </a:lnTo>
                  <a:lnTo>
                    <a:pt x="1295" y="855"/>
                  </a:lnTo>
                  <a:lnTo>
                    <a:pt x="1270" y="868"/>
                  </a:lnTo>
                  <a:lnTo>
                    <a:pt x="1119" y="994"/>
                  </a:lnTo>
                  <a:lnTo>
                    <a:pt x="1081" y="1107"/>
                  </a:lnTo>
                  <a:lnTo>
                    <a:pt x="1132" y="1358"/>
                  </a:lnTo>
                  <a:lnTo>
                    <a:pt x="1169" y="1459"/>
                  </a:lnTo>
                  <a:lnTo>
                    <a:pt x="1144" y="1434"/>
                  </a:lnTo>
                  <a:lnTo>
                    <a:pt x="918" y="1270"/>
                  </a:lnTo>
                  <a:lnTo>
                    <a:pt x="767" y="1258"/>
                  </a:lnTo>
                  <a:lnTo>
                    <a:pt x="704" y="1283"/>
                  </a:lnTo>
                  <a:lnTo>
                    <a:pt x="666" y="1358"/>
                  </a:lnTo>
                  <a:lnTo>
                    <a:pt x="641" y="1471"/>
                  </a:lnTo>
                  <a:lnTo>
                    <a:pt x="566" y="1547"/>
                  </a:lnTo>
                  <a:lnTo>
                    <a:pt x="465" y="1572"/>
                  </a:lnTo>
                  <a:lnTo>
                    <a:pt x="264" y="1610"/>
                  </a:lnTo>
                  <a:lnTo>
                    <a:pt x="25" y="1786"/>
                  </a:lnTo>
                  <a:lnTo>
                    <a:pt x="0" y="1874"/>
                  </a:lnTo>
                  <a:lnTo>
                    <a:pt x="38" y="1924"/>
                  </a:lnTo>
                  <a:lnTo>
                    <a:pt x="201" y="1937"/>
                  </a:lnTo>
                  <a:lnTo>
                    <a:pt x="252" y="2025"/>
                  </a:lnTo>
                  <a:lnTo>
                    <a:pt x="239" y="2125"/>
                  </a:lnTo>
                  <a:lnTo>
                    <a:pt x="201" y="2352"/>
                  </a:lnTo>
                  <a:lnTo>
                    <a:pt x="226" y="2603"/>
                  </a:lnTo>
                  <a:lnTo>
                    <a:pt x="289" y="2704"/>
                  </a:lnTo>
                  <a:lnTo>
                    <a:pt x="327" y="2704"/>
                  </a:lnTo>
                  <a:lnTo>
                    <a:pt x="415" y="2716"/>
                  </a:lnTo>
                  <a:lnTo>
                    <a:pt x="516" y="2729"/>
                  </a:lnTo>
                  <a:lnTo>
                    <a:pt x="591" y="2628"/>
                  </a:lnTo>
                  <a:lnTo>
                    <a:pt x="679" y="2515"/>
                  </a:lnTo>
                  <a:lnTo>
                    <a:pt x="767" y="2440"/>
                  </a:lnTo>
                  <a:lnTo>
                    <a:pt x="805" y="2465"/>
                  </a:lnTo>
                  <a:lnTo>
                    <a:pt x="805" y="2490"/>
                  </a:lnTo>
                  <a:lnTo>
                    <a:pt x="792" y="2590"/>
                  </a:lnTo>
                  <a:lnTo>
                    <a:pt x="717" y="2754"/>
                  </a:lnTo>
                  <a:lnTo>
                    <a:pt x="729" y="2855"/>
                  </a:lnTo>
                  <a:lnTo>
                    <a:pt x="767" y="2880"/>
                  </a:lnTo>
                  <a:lnTo>
                    <a:pt x="868" y="2917"/>
                  </a:lnTo>
                  <a:lnTo>
                    <a:pt x="1006" y="2892"/>
                  </a:lnTo>
                  <a:lnTo>
                    <a:pt x="1107" y="2829"/>
                  </a:lnTo>
                  <a:lnTo>
                    <a:pt x="1195" y="2766"/>
                  </a:lnTo>
                  <a:lnTo>
                    <a:pt x="1283" y="2779"/>
                  </a:lnTo>
                  <a:lnTo>
                    <a:pt x="1383" y="2741"/>
                  </a:lnTo>
                  <a:lnTo>
                    <a:pt x="1471" y="2666"/>
                  </a:lnTo>
                  <a:lnTo>
                    <a:pt x="1572" y="2515"/>
                  </a:lnTo>
                  <a:lnTo>
                    <a:pt x="1647" y="2389"/>
                  </a:lnTo>
                  <a:lnTo>
                    <a:pt x="1697" y="2339"/>
                  </a:lnTo>
                  <a:lnTo>
                    <a:pt x="1773" y="2314"/>
                  </a:lnTo>
                  <a:lnTo>
                    <a:pt x="1823" y="2414"/>
                  </a:lnTo>
                  <a:lnTo>
                    <a:pt x="1798" y="2553"/>
                  </a:lnTo>
                  <a:lnTo>
                    <a:pt x="1773" y="2666"/>
                  </a:lnTo>
                  <a:lnTo>
                    <a:pt x="1723" y="2754"/>
                  </a:lnTo>
                  <a:lnTo>
                    <a:pt x="1534" y="2829"/>
                  </a:lnTo>
                  <a:lnTo>
                    <a:pt x="1333" y="2892"/>
                  </a:lnTo>
                  <a:lnTo>
                    <a:pt x="1257" y="3005"/>
                  </a:lnTo>
                  <a:lnTo>
                    <a:pt x="1308" y="3106"/>
                  </a:lnTo>
                  <a:lnTo>
                    <a:pt x="1371" y="3181"/>
                  </a:lnTo>
                  <a:lnTo>
                    <a:pt x="1496" y="3345"/>
                  </a:lnTo>
                  <a:lnTo>
                    <a:pt x="1572" y="3584"/>
                  </a:lnTo>
                  <a:lnTo>
                    <a:pt x="1547" y="3647"/>
                  </a:lnTo>
                  <a:lnTo>
                    <a:pt x="1484" y="3634"/>
                  </a:lnTo>
                  <a:lnTo>
                    <a:pt x="1383" y="3546"/>
                  </a:lnTo>
                  <a:lnTo>
                    <a:pt x="1245" y="3269"/>
                  </a:lnTo>
                  <a:lnTo>
                    <a:pt x="1157" y="3181"/>
                  </a:lnTo>
                  <a:lnTo>
                    <a:pt x="1056" y="3119"/>
                  </a:lnTo>
                  <a:lnTo>
                    <a:pt x="880" y="3119"/>
                  </a:lnTo>
                  <a:lnTo>
                    <a:pt x="767" y="3156"/>
                  </a:lnTo>
                  <a:lnTo>
                    <a:pt x="717" y="3194"/>
                  </a:lnTo>
                  <a:lnTo>
                    <a:pt x="692" y="3244"/>
                  </a:lnTo>
                  <a:lnTo>
                    <a:pt x="767" y="3395"/>
                  </a:lnTo>
                  <a:lnTo>
                    <a:pt x="868" y="3634"/>
                  </a:lnTo>
                  <a:lnTo>
                    <a:pt x="968" y="3873"/>
                  </a:lnTo>
                  <a:lnTo>
                    <a:pt x="1107" y="4112"/>
                  </a:lnTo>
                  <a:lnTo>
                    <a:pt x="1220" y="4150"/>
                  </a:lnTo>
                  <a:lnTo>
                    <a:pt x="1333" y="4200"/>
                  </a:lnTo>
                  <a:lnTo>
                    <a:pt x="1383" y="4300"/>
                  </a:lnTo>
                  <a:lnTo>
                    <a:pt x="1345" y="4351"/>
                  </a:lnTo>
                  <a:lnTo>
                    <a:pt x="1295" y="4363"/>
                  </a:lnTo>
                  <a:lnTo>
                    <a:pt x="1182" y="4363"/>
                  </a:lnTo>
                  <a:lnTo>
                    <a:pt x="1006" y="4351"/>
                  </a:lnTo>
                  <a:lnTo>
                    <a:pt x="855" y="4439"/>
                  </a:lnTo>
                  <a:lnTo>
                    <a:pt x="780" y="4514"/>
                  </a:lnTo>
                  <a:lnTo>
                    <a:pt x="679" y="4653"/>
                  </a:lnTo>
                  <a:lnTo>
                    <a:pt x="654" y="4791"/>
                  </a:lnTo>
                  <a:lnTo>
                    <a:pt x="717" y="4891"/>
                  </a:lnTo>
                  <a:lnTo>
                    <a:pt x="767" y="4942"/>
                  </a:lnTo>
                  <a:lnTo>
                    <a:pt x="893" y="4979"/>
                  </a:lnTo>
                  <a:lnTo>
                    <a:pt x="1006" y="4942"/>
                  </a:lnTo>
                  <a:lnTo>
                    <a:pt x="1056" y="4967"/>
                  </a:lnTo>
                  <a:lnTo>
                    <a:pt x="1069" y="5030"/>
                  </a:lnTo>
                  <a:lnTo>
                    <a:pt x="1081" y="5168"/>
                  </a:lnTo>
                  <a:lnTo>
                    <a:pt x="1144" y="5344"/>
                  </a:lnTo>
                  <a:lnTo>
                    <a:pt x="1207" y="5407"/>
                  </a:lnTo>
                  <a:lnTo>
                    <a:pt x="1245" y="5420"/>
                  </a:lnTo>
                  <a:lnTo>
                    <a:pt x="1283" y="5420"/>
                  </a:lnTo>
                  <a:lnTo>
                    <a:pt x="1295" y="5508"/>
                  </a:lnTo>
                  <a:lnTo>
                    <a:pt x="1232" y="5583"/>
                  </a:lnTo>
                  <a:lnTo>
                    <a:pt x="1107" y="5545"/>
                  </a:lnTo>
                  <a:lnTo>
                    <a:pt x="1019" y="5445"/>
                  </a:lnTo>
                  <a:lnTo>
                    <a:pt x="968" y="5369"/>
                  </a:lnTo>
                  <a:lnTo>
                    <a:pt x="842" y="5231"/>
                  </a:lnTo>
                  <a:lnTo>
                    <a:pt x="717" y="5193"/>
                  </a:lnTo>
                  <a:lnTo>
                    <a:pt x="641" y="5218"/>
                  </a:lnTo>
                  <a:lnTo>
                    <a:pt x="591" y="5243"/>
                  </a:lnTo>
                  <a:lnTo>
                    <a:pt x="629" y="5357"/>
                  </a:lnTo>
                  <a:lnTo>
                    <a:pt x="729" y="5495"/>
                  </a:lnTo>
                  <a:lnTo>
                    <a:pt x="792" y="5621"/>
                  </a:lnTo>
                  <a:lnTo>
                    <a:pt x="767" y="5671"/>
                  </a:lnTo>
                  <a:lnTo>
                    <a:pt x="553" y="5860"/>
                  </a:lnTo>
                  <a:lnTo>
                    <a:pt x="340" y="6086"/>
                  </a:lnTo>
                  <a:lnTo>
                    <a:pt x="302" y="6136"/>
                  </a:lnTo>
                  <a:lnTo>
                    <a:pt x="302" y="6249"/>
                  </a:lnTo>
                  <a:lnTo>
                    <a:pt x="365" y="6337"/>
                  </a:lnTo>
                  <a:lnTo>
                    <a:pt x="490" y="6400"/>
                  </a:lnTo>
                  <a:lnTo>
                    <a:pt x="566" y="6400"/>
                  </a:lnTo>
                  <a:lnTo>
                    <a:pt x="704" y="6388"/>
                  </a:lnTo>
                  <a:lnTo>
                    <a:pt x="918" y="6350"/>
                  </a:lnTo>
                  <a:lnTo>
                    <a:pt x="1019" y="6400"/>
                  </a:lnTo>
                  <a:lnTo>
                    <a:pt x="1081" y="6476"/>
                  </a:lnTo>
                  <a:lnTo>
                    <a:pt x="1157" y="6526"/>
                  </a:lnTo>
                  <a:lnTo>
                    <a:pt x="1320" y="6400"/>
                  </a:lnTo>
                  <a:lnTo>
                    <a:pt x="1496" y="6262"/>
                  </a:lnTo>
                  <a:lnTo>
                    <a:pt x="1635" y="6212"/>
                  </a:lnTo>
                  <a:lnTo>
                    <a:pt x="1748" y="6275"/>
                  </a:lnTo>
                  <a:lnTo>
                    <a:pt x="1848" y="6363"/>
                  </a:lnTo>
                  <a:lnTo>
                    <a:pt x="1886" y="6488"/>
                  </a:lnTo>
                  <a:lnTo>
                    <a:pt x="1987" y="6526"/>
                  </a:lnTo>
                  <a:lnTo>
                    <a:pt x="2062" y="6526"/>
                  </a:lnTo>
                  <a:lnTo>
                    <a:pt x="2150" y="6451"/>
                  </a:lnTo>
                  <a:lnTo>
                    <a:pt x="2238" y="6312"/>
                  </a:lnTo>
                  <a:lnTo>
                    <a:pt x="2364" y="6186"/>
                  </a:lnTo>
                  <a:lnTo>
                    <a:pt x="2464" y="6149"/>
                  </a:lnTo>
                  <a:lnTo>
                    <a:pt x="2552" y="6098"/>
                  </a:lnTo>
                  <a:lnTo>
                    <a:pt x="2565" y="5948"/>
                  </a:lnTo>
                  <a:lnTo>
                    <a:pt x="2464" y="5772"/>
                  </a:lnTo>
                  <a:lnTo>
                    <a:pt x="2314" y="5646"/>
                  </a:lnTo>
                  <a:lnTo>
                    <a:pt x="2238" y="5633"/>
                  </a:lnTo>
                  <a:lnTo>
                    <a:pt x="2087" y="5646"/>
                  </a:lnTo>
                  <a:lnTo>
                    <a:pt x="1848" y="5658"/>
                  </a:lnTo>
                  <a:lnTo>
                    <a:pt x="1760" y="5633"/>
                  </a:lnTo>
                  <a:lnTo>
                    <a:pt x="1760" y="5596"/>
                  </a:lnTo>
                  <a:lnTo>
                    <a:pt x="1811" y="5545"/>
                  </a:lnTo>
                  <a:lnTo>
                    <a:pt x="1999" y="5533"/>
                  </a:lnTo>
                  <a:lnTo>
                    <a:pt x="2138" y="5482"/>
                  </a:lnTo>
                  <a:lnTo>
                    <a:pt x="2200" y="5420"/>
                  </a:lnTo>
                  <a:lnTo>
                    <a:pt x="2288" y="5294"/>
                  </a:lnTo>
                  <a:lnTo>
                    <a:pt x="2364" y="5168"/>
                  </a:lnTo>
                  <a:lnTo>
                    <a:pt x="2351" y="5067"/>
                  </a:lnTo>
                  <a:lnTo>
                    <a:pt x="2351" y="5017"/>
                  </a:lnTo>
                  <a:lnTo>
                    <a:pt x="2414" y="4992"/>
                  </a:lnTo>
                  <a:lnTo>
                    <a:pt x="2502" y="4979"/>
                  </a:lnTo>
                  <a:lnTo>
                    <a:pt x="2590" y="4891"/>
                  </a:lnTo>
                  <a:lnTo>
                    <a:pt x="2615" y="4791"/>
                  </a:lnTo>
                  <a:lnTo>
                    <a:pt x="2678" y="4565"/>
                  </a:lnTo>
                  <a:lnTo>
                    <a:pt x="2804" y="4250"/>
                  </a:lnTo>
                  <a:lnTo>
                    <a:pt x="2817" y="4099"/>
                  </a:lnTo>
                  <a:lnTo>
                    <a:pt x="2766" y="4036"/>
                  </a:lnTo>
                  <a:lnTo>
                    <a:pt x="2628" y="3974"/>
                  </a:lnTo>
                  <a:lnTo>
                    <a:pt x="2402" y="3948"/>
                  </a:lnTo>
                  <a:lnTo>
                    <a:pt x="2314" y="3911"/>
                  </a:lnTo>
                  <a:lnTo>
                    <a:pt x="2314" y="3873"/>
                  </a:lnTo>
                  <a:lnTo>
                    <a:pt x="2376" y="3785"/>
                  </a:lnTo>
                  <a:lnTo>
                    <a:pt x="2666" y="3596"/>
                  </a:lnTo>
                  <a:lnTo>
                    <a:pt x="2716" y="3496"/>
                  </a:lnTo>
                  <a:lnTo>
                    <a:pt x="2703" y="3395"/>
                  </a:lnTo>
                  <a:lnTo>
                    <a:pt x="2716" y="3244"/>
                  </a:lnTo>
                  <a:lnTo>
                    <a:pt x="2817" y="3219"/>
                  </a:lnTo>
                  <a:lnTo>
                    <a:pt x="2930" y="3207"/>
                  </a:lnTo>
                  <a:lnTo>
                    <a:pt x="3030" y="3144"/>
                  </a:lnTo>
                  <a:lnTo>
                    <a:pt x="3043" y="3005"/>
                  </a:lnTo>
                  <a:lnTo>
                    <a:pt x="3030" y="2880"/>
                  </a:lnTo>
                  <a:lnTo>
                    <a:pt x="3030" y="2716"/>
                  </a:lnTo>
                  <a:lnTo>
                    <a:pt x="3156" y="2289"/>
                  </a:lnTo>
                  <a:lnTo>
                    <a:pt x="3345" y="1836"/>
                  </a:lnTo>
                  <a:lnTo>
                    <a:pt x="3445" y="1497"/>
                  </a:lnTo>
                  <a:lnTo>
                    <a:pt x="3407" y="1421"/>
                  </a:lnTo>
                  <a:lnTo>
                    <a:pt x="3307" y="1358"/>
                  </a:lnTo>
                  <a:lnTo>
                    <a:pt x="3169" y="1371"/>
                  </a:lnTo>
                  <a:lnTo>
                    <a:pt x="3118" y="1346"/>
                  </a:lnTo>
                  <a:lnTo>
                    <a:pt x="3131" y="1283"/>
                  </a:lnTo>
                  <a:lnTo>
                    <a:pt x="3194" y="1094"/>
                  </a:lnTo>
                  <a:lnTo>
                    <a:pt x="3345" y="692"/>
                  </a:lnTo>
                  <a:lnTo>
                    <a:pt x="3319" y="528"/>
                  </a:lnTo>
                  <a:lnTo>
                    <a:pt x="3257" y="428"/>
                  </a:lnTo>
                  <a:lnTo>
                    <a:pt x="3194" y="403"/>
                  </a:lnTo>
                  <a:lnTo>
                    <a:pt x="3068" y="340"/>
                  </a:lnTo>
                  <a:lnTo>
                    <a:pt x="2942" y="214"/>
                  </a:lnTo>
                  <a:lnTo>
                    <a:pt x="2879" y="88"/>
                  </a:lnTo>
                  <a:lnTo>
                    <a:pt x="2779" y="13"/>
                  </a:lnTo>
                  <a:lnTo>
                    <a:pt x="269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462;p20">
              <a:extLst>
                <a:ext uri="{FF2B5EF4-FFF2-40B4-BE49-F238E27FC236}">
                  <a16:creationId xmlns:a16="http://schemas.microsoft.com/office/drawing/2014/main" id="{116FFB62-3AA7-30C0-C136-9F57C62F4789}"/>
                </a:ext>
              </a:extLst>
            </p:cNvPr>
            <p:cNvSpPr/>
            <p:nvPr/>
          </p:nvSpPr>
          <p:spPr>
            <a:xfrm>
              <a:off x="1868178" y="1663807"/>
              <a:ext cx="125997" cy="209542"/>
            </a:xfrm>
            <a:custGeom>
              <a:avLst/>
              <a:gdLst/>
              <a:ahLst/>
              <a:cxnLst/>
              <a:rect l="l" t="t" r="r" b="b"/>
              <a:pathLst>
                <a:path w="1573" h="2616" extrusionOk="0">
                  <a:moveTo>
                    <a:pt x="516" y="1"/>
                  </a:moveTo>
                  <a:lnTo>
                    <a:pt x="466" y="38"/>
                  </a:lnTo>
                  <a:lnTo>
                    <a:pt x="378" y="101"/>
                  </a:lnTo>
                  <a:lnTo>
                    <a:pt x="302" y="152"/>
                  </a:lnTo>
                  <a:lnTo>
                    <a:pt x="277" y="315"/>
                  </a:lnTo>
                  <a:lnTo>
                    <a:pt x="252" y="478"/>
                  </a:lnTo>
                  <a:lnTo>
                    <a:pt x="189" y="504"/>
                  </a:lnTo>
                  <a:lnTo>
                    <a:pt x="139" y="567"/>
                  </a:lnTo>
                  <a:lnTo>
                    <a:pt x="101" y="642"/>
                  </a:lnTo>
                  <a:lnTo>
                    <a:pt x="164" y="768"/>
                  </a:lnTo>
                  <a:lnTo>
                    <a:pt x="177" y="843"/>
                  </a:lnTo>
                  <a:lnTo>
                    <a:pt x="139" y="893"/>
                  </a:lnTo>
                  <a:lnTo>
                    <a:pt x="38" y="893"/>
                  </a:lnTo>
                  <a:lnTo>
                    <a:pt x="1" y="931"/>
                  </a:lnTo>
                  <a:lnTo>
                    <a:pt x="13" y="981"/>
                  </a:lnTo>
                  <a:lnTo>
                    <a:pt x="38" y="1195"/>
                  </a:lnTo>
                  <a:lnTo>
                    <a:pt x="13" y="1422"/>
                  </a:lnTo>
                  <a:lnTo>
                    <a:pt x="13" y="1484"/>
                  </a:lnTo>
                  <a:lnTo>
                    <a:pt x="64" y="1572"/>
                  </a:lnTo>
                  <a:lnTo>
                    <a:pt x="214" y="1635"/>
                  </a:lnTo>
                  <a:lnTo>
                    <a:pt x="390" y="1648"/>
                  </a:lnTo>
                  <a:lnTo>
                    <a:pt x="554" y="1660"/>
                  </a:lnTo>
                  <a:lnTo>
                    <a:pt x="629" y="1723"/>
                  </a:lnTo>
                  <a:lnTo>
                    <a:pt x="617" y="1736"/>
                  </a:lnTo>
                  <a:lnTo>
                    <a:pt x="604" y="1774"/>
                  </a:lnTo>
                  <a:lnTo>
                    <a:pt x="478" y="1874"/>
                  </a:lnTo>
                  <a:lnTo>
                    <a:pt x="390" y="1924"/>
                  </a:lnTo>
                  <a:lnTo>
                    <a:pt x="315" y="2075"/>
                  </a:lnTo>
                  <a:lnTo>
                    <a:pt x="365" y="2151"/>
                  </a:lnTo>
                  <a:lnTo>
                    <a:pt x="428" y="2163"/>
                  </a:lnTo>
                  <a:lnTo>
                    <a:pt x="504" y="2188"/>
                  </a:lnTo>
                  <a:lnTo>
                    <a:pt x="579" y="2289"/>
                  </a:lnTo>
                  <a:lnTo>
                    <a:pt x="654" y="2503"/>
                  </a:lnTo>
                  <a:lnTo>
                    <a:pt x="755" y="2591"/>
                  </a:lnTo>
                  <a:lnTo>
                    <a:pt x="830" y="2616"/>
                  </a:lnTo>
                  <a:lnTo>
                    <a:pt x="981" y="2541"/>
                  </a:lnTo>
                  <a:lnTo>
                    <a:pt x="1208" y="2289"/>
                  </a:lnTo>
                  <a:lnTo>
                    <a:pt x="1283" y="2075"/>
                  </a:lnTo>
                  <a:lnTo>
                    <a:pt x="1346" y="1924"/>
                  </a:lnTo>
                  <a:lnTo>
                    <a:pt x="1497" y="1824"/>
                  </a:lnTo>
                  <a:lnTo>
                    <a:pt x="1560" y="1736"/>
                  </a:lnTo>
                  <a:lnTo>
                    <a:pt x="1572" y="1686"/>
                  </a:lnTo>
                  <a:lnTo>
                    <a:pt x="1535" y="1610"/>
                  </a:lnTo>
                  <a:lnTo>
                    <a:pt x="1409" y="1510"/>
                  </a:lnTo>
                  <a:lnTo>
                    <a:pt x="1359" y="1409"/>
                  </a:lnTo>
                  <a:lnTo>
                    <a:pt x="1333" y="1308"/>
                  </a:lnTo>
                  <a:lnTo>
                    <a:pt x="1296" y="1233"/>
                  </a:lnTo>
                  <a:lnTo>
                    <a:pt x="1208" y="1195"/>
                  </a:lnTo>
                  <a:lnTo>
                    <a:pt x="1157" y="1170"/>
                  </a:lnTo>
                  <a:lnTo>
                    <a:pt x="1120" y="1069"/>
                  </a:lnTo>
                  <a:lnTo>
                    <a:pt x="1107" y="893"/>
                  </a:lnTo>
                  <a:lnTo>
                    <a:pt x="1057" y="768"/>
                  </a:lnTo>
                  <a:lnTo>
                    <a:pt x="981" y="667"/>
                  </a:lnTo>
                  <a:lnTo>
                    <a:pt x="856" y="516"/>
                  </a:lnTo>
                  <a:lnTo>
                    <a:pt x="818" y="353"/>
                  </a:lnTo>
                  <a:lnTo>
                    <a:pt x="768" y="164"/>
                  </a:lnTo>
                  <a:lnTo>
                    <a:pt x="61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463;p20">
              <a:extLst>
                <a:ext uri="{FF2B5EF4-FFF2-40B4-BE49-F238E27FC236}">
                  <a16:creationId xmlns:a16="http://schemas.microsoft.com/office/drawing/2014/main" id="{FE6BBAFD-E150-53F3-22B0-9404760D3080}"/>
                </a:ext>
              </a:extLst>
            </p:cNvPr>
            <p:cNvSpPr/>
            <p:nvPr/>
          </p:nvSpPr>
          <p:spPr>
            <a:xfrm>
              <a:off x="1841985" y="1954895"/>
              <a:ext cx="278027" cy="173336"/>
            </a:xfrm>
            <a:custGeom>
              <a:avLst/>
              <a:gdLst/>
              <a:ahLst/>
              <a:cxnLst/>
              <a:rect l="l" t="t" r="r" b="b"/>
              <a:pathLst>
                <a:path w="3471" h="2164" extrusionOk="0">
                  <a:moveTo>
                    <a:pt x="114" y="0"/>
                  </a:moveTo>
                  <a:lnTo>
                    <a:pt x="51" y="13"/>
                  </a:lnTo>
                  <a:lnTo>
                    <a:pt x="1" y="88"/>
                  </a:lnTo>
                  <a:lnTo>
                    <a:pt x="64" y="264"/>
                  </a:lnTo>
                  <a:lnTo>
                    <a:pt x="152" y="415"/>
                  </a:lnTo>
                  <a:lnTo>
                    <a:pt x="202" y="491"/>
                  </a:lnTo>
                  <a:lnTo>
                    <a:pt x="315" y="554"/>
                  </a:lnTo>
                  <a:lnTo>
                    <a:pt x="504" y="591"/>
                  </a:lnTo>
                  <a:lnTo>
                    <a:pt x="554" y="642"/>
                  </a:lnTo>
                  <a:lnTo>
                    <a:pt x="604" y="780"/>
                  </a:lnTo>
                  <a:lnTo>
                    <a:pt x="780" y="1082"/>
                  </a:lnTo>
                  <a:lnTo>
                    <a:pt x="818" y="1170"/>
                  </a:lnTo>
                  <a:lnTo>
                    <a:pt x="831" y="1296"/>
                  </a:lnTo>
                  <a:lnTo>
                    <a:pt x="755" y="1484"/>
                  </a:lnTo>
                  <a:lnTo>
                    <a:pt x="717" y="1710"/>
                  </a:lnTo>
                  <a:lnTo>
                    <a:pt x="717" y="1836"/>
                  </a:lnTo>
                  <a:lnTo>
                    <a:pt x="793" y="1987"/>
                  </a:lnTo>
                  <a:lnTo>
                    <a:pt x="944" y="2050"/>
                  </a:lnTo>
                  <a:lnTo>
                    <a:pt x="1132" y="2012"/>
                  </a:lnTo>
                  <a:lnTo>
                    <a:pt x="1220" y="1962"/>
                  </a:lnTo>
                  <a:lnTo>
                    <a:pt x="1308" y="1912"/>
                  </a:lnTo>
                  <a:lnTo>
                    <a:pt x="1422" y="1924"/>
                  </a:lnTo>
                  <a:lnTo>
                    <a:pt x="1522" y="2000"/>
                  </a:lnTo>
                  <a:lnTo>
                    <a:pt x="1673" y="2075"/>
                  </a:lnTo>
                  <a:lnTo>
                    <a:pt x="2012" y="2075"/>
                  </a:lnTo>
                  <a:lnTo>
                    <a:pt x="2302" y="2151"/>
                  </a:lnTo>
                  <a:lnTo>
                    <a:pt x="2490" y="2163"/>
                  </a:lnTo>
                  <a:lnTo>
                    <a:pt x="2578" y="2163"/>
                  </a:lnTo>
                  <a:lnTo>
                    <a:pt x="2654" y="2113"/>
                  </a:lnTo>
                  <a:lnTo>
                    <a:pt x="2691" y="2037"/>
                  </a:lnTo>
                  <a:lnTo>
                    <a:pt x="2742" y="1987"/>
                  </a:lnTo>
                  <a:lnTo>
                    <a:pt x="2805" y="1987"/>
                  </a:lnTo>
                  <a:lnTo>
                    <a:pt x="2943" y="2000"/>
                  </a:lnTo>
                  <a:lnTo>
                    <a:pt x="3132" y="2012"/>
                  </a:lnTo>
                  <a:lnTo>
                    <a:pt x="3245" y="1962"/>
                  </a:lnTo>
                  <a:lnTo>
                    <a:pt x="3308" y="1899"/>
                  </a:lnTo>
                  <a:lnTo>
                    <a:pt x="3408" y="1736"/>
                  </a:lnTo>
                  <a:lnTo>
                    <a:pt x="3471" y="1472"/>
                  </a:lnTo>
                  <a:lnTo>
                    <a:pt x="3421" y="1283"/>
                  </a:lnTo>
                  <a:lnTo>
                    <a:pt x="3358" y="1182"/>
                  </a:lnTo>
                  <a:lnTo>
                    <a:pt x="3270" y="1094"/>
                  </a:lnTo>
                  <a:lnTo>
                    <a:pt x="3031" y="1006"/>
                  </a:lnTo>
                  <a:lnTo>
                    <a:pt x="2742" y="1019"/>
                  </a:lnTo>
                  <a:lnTo>
                    <a:pt x="2478" y="1107"/>
                  </a:lnTo>
                  <a:lnTo>
                    <a:pt x="2377" y="1157"/>
                  </a:lnTo>
                  <a:lnTo>
                    <a:pt x="2226" y="1258"/>
                  </a:lnTo>
                  <a:lnTo>
                    <a:pt x="2038" y="1333"/>
                  </a:lnTo>
                  <a:lnTo>
                    <a:pt x="1899" y="1270"/>
                  </a:lnTo>
                  <a:lnTo>
                    <a:pt x="1824" y="1233"/>
                  </a:lnTo>
                  <a:lnTo>
                    <a:pt x="1648" y="1245"/>
                  </a:lnTo>
                  <a:lnTo>
                    <a:pt x="1497" y="1283"/>
                  </a:lnTo>
                  <a:lnTo>
                    <a:pt x="1409" y="1296"/>
                  </a:lnTo>
                  <a:lnTo>
                    <a:pt x="1396" y="1270"/>
                  </a:lnTo>
                  <a:lnTo>
                    <a:pt x="1409" y="1182"/>
                  </a:lnTo>
                  <a:lnTo>
                    <a:pt x="1371" y="1031"/>
                  </a:lnTo>
                  <a:lnTo>
                    <a:pt x="1283" y="956"/>
                  </a:lnTo>
                  <a:lnTo>
                    <a:pt x="1233" y="918"/>
                  </a:lnTo>
                  <a:lnTo>
                    <a:pt x="1208" y="830"/>
                  </a:lnTo>
                  <a:lnTo>
                    <a:pt x="1246" y="705"/>
                  </a:lnTo>
                  <a:lnTo>
                    <a:pt x="1283" y="604"/>
                  </a:lnTo>
                  <a:lnTo>
                    <a:pt x="1271" y="566"/>
                  </a:lnTo>
                  <a:lnTo>
                    <a:pt x="1107" y="516"/>
                  </a:lnTo>
                  <a:lnTo>
                    <a:pt x="868" y="453"/>
                  </a:lnTo>
                  <a:lnTo>
                    <a:pt x="655" y="365"/>
                  </a:lnTo>
                  <a:lnTo>
                    <a:pt x="604" y="290"/>
                  </a:lnTo>
                  <a:lnTo>
                    <a:pt x="567" y="227"/>
                  </a:lnTo>
                  <a:lnTo>
                    <a:pt x="428" y="114"/>
                  </a:lnTo>
                  <a:lnTo>
                    <a:pt x="202" y="13"/>
                  </a:lnTo>
                  <a:lnTo>
                    <a:pt x="11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464;p20">
              <a:extLst>
                <a:ext uri="{FF2B5EF4-FFF2-40B4-BE49-F238E27FC236}">
                  <a16:creationId xmlns:a16="http://schemas.microsoft.com/office/drawing/2014/main" id="{30A7D2D2-9E4C-7C77-A3B5-537D6343AED5}"/>
                </a:ext>
              </a:extLst>
            </p:cNvPr>
            <p:cNvSpPr/>
            <p:nvPr/>
          </p:nvSpPr>
          <p:spPr>
            <a:xfrm>
              <a:off x="1718149" y="1958900"/>
              <a:ext cx="168210" cy="156195"/>
            </a:xfrm>
            <a:custGeom>
              <a:avLst/>
              <a:gdLst/>
              <a:ahLst/>
              <a:cxnLst/>
              <a:rect l="l" t="t" r="r" b="b"/>
              <a:pathLst>
                <a:path w="2100" h="1950" extrusionOk="0">
                  <a:moveTo>
                    <a:pt x="38" y="1"/>
                  </a:moveTo>
                  <a:lnTo>
                    <a:pt x="0" y="38"/>
                  </a:lnTo>
                  <a:lnTo>
                    <a:pt x="63" y="227"/>
                  </a:lnTo>
                  <a:lnTo>
                    <a:pt x="101" y="428"/>
                  </a:lnTo>
                  <a:lnTo>
                    <a:pt x="126" y="617"/>
                  </a:lnTo>
                  <a:lnTo>
                    <a:pt x="252" y="818"/>
                  </a:lnTo>
                  <a:lnTo>
                    <a:pt x="403" y="868"/>
                  </a:lnTo>
                  <a:lnTo>
                    <a:pt x="528" y="906"/>
                  </a:lnTo>
                  <a:lnTo>
                    <a:pt x="579" y="969"/>
                  </a:lnTo>
                  <a:lnTo>
                    <a:pt x="553" y="1082"/>
                  </a:lnTo>
                  <a:lnTo>
                    <a:pt x="541" y="1208"/>
                  </a:lnTo>
                  <a:lnTo>
                    <a:pt x="616" y="1396"/>
                  </a:lnTo>
                  <a:lnTo>
                    <a:pt x="729" y="1497"/>
                  </a:lnTo>
                  <a:lnTo>
                    <a:pt x="817" y="1522"/>
                  </a:lnTo>
                  <a:lnTo>
                    <a:pt x="918" y="1547"/>
                  </a:lnTo>
                  <a:lnTo>
                    <a:pt x="1044" y="1484"/>
                  </a:lnTo>
                  <a:lnTo>
                    <a:pt x="1144" y="1296"/>
                  </a:lnTo>
                  <a:lnTo>
                    <a:pt x="1170" y="1183"/>
                  </a:lnTo>
                  <a:lnTo>
                    <a:pt x="1207" y="1120"/>
                  </a:lnTo>
                  <a:lnTo>
                    <a:pt x="1320" y="1132"/>
                  </a:lnTo>
                  <a:lnTo>
                    <a:pt x="1421" y="1233"/>
                  </a:lnTo>
                  <a:lnTo>
                    <a:pt x="1471" y="1334"/>
                  </a:lnTo>
                  <a:lnTo>
                    <a:pt x="1446" y="1497"/>
                  </a:lnTo>
                  <a:lnTo>
                    <a:pt x="1471" y="1648"/>
                  </a:lnTo>
                  <a:lnTo>
                    <a:pt x="1547" y="1799"/>
                  </a:lnTo>
                  <a:lnTo>
                    <a:pt x="1760" y="1937"/>
                  </a:lnTo>
                  <a:lnTo>
                    <a:pt x="1874" y="1950"/>
                  </a:lnTo>
                  <a:lnTo>
                    <a:pt x="1937" y="1937"/>
                  </a:lnTo>
                  <a:lnTo>
                    <a:pt x="1999" y="1862"/>
                  </a:lnTo>
                  <a:lnTo>
                    <a:pt x="2025" y="1673"/>
                  </a:lnTo>
                  <a:lnTo>
                    <a:pt x="2062" y="1497"/>
                  </a:lnTo>
                  <a:lnTo>
                    <a:pt x="2100" y="1346"/>
                  </a:lnTo>
                  <a:lnTo>
                    <a:pt x="2025" y="1220"/>
                  </a:lnTo>
                  <a:lnTo>
                    <a:pt x="1874" y="1157"/>
                  </a:lnTo>
                  <a:lnTo>
                    <a:pt x="1735" y="1107"/>
                  </a:lnTo>
                  <a:lnTo>
                    <a:pt x="1622" y="1145"/>
                  </a:lnTo>
                  <a:lnTo>
                    <a:pt x="1597" y="1157"/>
                  </a:lnTo>
                  <a:lnTo>
                    <a:pt x="1572" y="1170"/>
                  </a:lnTo>
                  <a:lnTo>
                    <a:pt x="1459" y="1082"/>
                  </a:lnTo>
                  <a:lnTo>
                    <a:pt x="1358" y="969"/>
                  </a:lnTo>
                  <a:lnTo>
                    <a:pt x="1283" y="868"/>
                  </a:lnTo>
                  <a:lnTo>
                    <a:pt x="1283" y="755"/>
                  </a:lnTo>
                  <a:lnTo>
                    <a:pt x="1295" y="592"/>
                  </a:lnTo>
                  <a:lnTo>
                    <a:pt x="1283" y="491"/>
                  </a:lnTo>
                  <a:lnTo>
                    <a:pt x="1220" y="353"/>
                  </a:lnTo>
                  <a:lnTo>
                    <a:pt x="1031" y="277"/>
                  </a:lnTo>
                  <a:lnTo>
                    <a:pt x="880" y="290"/>
                  </a:lnTo>
                  <a:lnTo>
                    <a:pt x="742" y="290"/>
                  </a:lnTo>
                  <a:lnTo>
                    <a:pt x="692" y="189"/>
                  </a:lnTo>
                  <a:lnTo>
                    <a:pt x="704" y="114"/>
                  </a:lnTo>
                  <a:lnTo>
                    <a:pt x="692" y="38"/>
                  </a:lnTo>
                  <a:lnTo>
                    <a:pt x="604" y="1"/>
                  </a:lnTo>
                  <a:lnTo>
                    <a:pt x="541" y="76"/>
                  </a:lnTo>
                  <a:lnTo>
                    <a:pt x="516" y="177"/>
                  </a:lnTo>
                  <a:lnTo>
                    <a:pt x="390" y="479"/>
                  </a:lnTo>
                  <a:lnTo>
                    <a:pt x="340" y="491"/>
                  </a:lnTo>
                  <a:lnTo>
                    <a:pt x="340" y="441"/>
                  </a:lnTo>
                  <a:lnTo>
                    <a:pt x="277" y="189"/>
                  </a:lnTo>
                  <a:lnTo>
                    <a:pt x="176" y="51"/>
                  </a:lnTo>
                  <a:lnTo>
                    <a:pt x="101" y="13"/>
                  </a:lnTo>
                  <a:lnTo>
                    <a:pt x="3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465;p20">
              <a:extLst>
                <a:ext uri="{FF2B5EF4-FFF2-40B4-BE49-F238E27FC236}">
                  <a16:creationId xmlns:a16="http://schemas.microsoft.com/office/drawing/2014/main" id="{F1567DE4-64F9-EDF7-9B99-500F193CA0B3}"/>
                </a:ext>
              </a:extLst>
            </p:cNvPr>
            <p:cNvSpPr/>
            <p:nvPr/>
          </p:nvSpPr>
          <p:spPr>
            <a:xfrm>
              <a:off x="1831892" y="1818963"/>
              <a:ext cx="56551" cy="101727"/>
            </a:xfrm>
            <a:custGeom>
              <a:avLst/>
              <a:gdLst/>
              <a:ahLst/>
              <a:cxnLst/>
              <a:rect l="l" t="t" r="r" b="b"/>
              <a:pathLst>
                <a:path w="706" h="1270" extrusionOk="0">
                  <a:moveTo>
                    <a:pt x="64" y="0"/>
                  </a:moveTo>
                  <a:lnTo>
                    <a:pt x="39" y="13"/>
                  </a:lnTo>
                  <a:lnTo>
                    <a:pt x="1" y="75"/>
                  </a:lnTo>
                  <a:lnTo>
                    <a:pt x="26" y="440"/>
                  </a:lnTo>
                  <a:lnTo>
                    <a:pt x="39" y="666"/>
                  </a:lnTo>
                  <a:lnTo>
                    <a:pt x="51" y="855"/>
                  </a:lnTo>
                  <a:lnTo>
                    <a:pt x="190" y="1006"/>
                  </a:lnTo>
                  <a:lnTo>
                    <a:pt x="215" y="1094"/>
                  </a:lnTo>
                  <a:lnTo>
                    <a:pt x="227" y="1144"/>
                  </a:lnTo>
                  <a:lnTo>
                    <a:pt x="290" y="1220"/>
                  </a:lnTo>
                  <a:lnTo>
                    <a:pt x="466" y="1257"/>
                  </a:lnTo>
                  <a:lnTo>
                    <a:pt x="592" y="1270"/>
                  </a:lnTo>
                  <a:lnTo>
                    <a:pt x="642" y="1257"/>
                  </a:lnTo>
                  <a:lnTo>
                    <a:pt x="705" y="1195"/>
                  </a:lnTo>
                  <a:lnTo>
                    <a:pt x="705" y="1094"/>
                  </a:lnTo>
                  <a:lnTo>
                    <a:pt x="642" y="1006"/>
                  </a:lnTo>
                  <a:lnTo>
                    <a:pt x="592" y="993"/>
                  </a:lnTo>
                  <a:lnTo>
                    <a:pt x="403" y="981"/>
                  </a:lnTo>
                  <a:lnTo>
                    <a:pt x="353" y="956"/>
                  </a:lnTo>
                  <a:lnTo>
                    <a:pt x="340" y="880"/>
                  </a:lnTo>
                  <a:lnTo>
                    <a:pt x="366" y="868"/>
                  </a:lnTo>
                  <a:lnTo>
                    <a:pt x="391" y="855"/>
                  </a:lnTo>
                  <a:lnTo>
                    <a:pt x="491" y="679"/>
                  </a:lnTo>
                  <a:lnTo>
                    <a:pt x="454" y="490"/>
                  </a:lnTo>
                  <a:lnTo>
                    <a:pt x="378" y="277"/>
                  </a:lnTo>
                  <a:lnTo>
                    <a:pt x="177" y="63"/>
                  </a:lnTo>
                  <a:lnTo>
                    <a:pt x="6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466;p20">
              <a:extLst>
                <a:ext uri="{FF2B5EF4-FFF2-40B4-BE49-F238E27FC236}">
                  <a16:creationId xmlns:a16="http://schemas.microsoft.com/office/drawing/2014/main" id="{5861E102-DECA-6FCC-7BE2-8C1BB1131502}"/>
                </a:ext>
              </a:extLst>
            </p:cNvPr>
            <p:cNvSpPr/>
            <p:nvPr/>
          </p:nvSpPr>
          <p:spPr>
            <a:xfrm>
              <a:off x="1730244" y="1768580"/>
              <a:ext cx="80581" cy="118949"/>
            </a:xfrm>
            <a:custGeom>
              <a:avLst/>
              <a:gdLst/>
              <a:ahLst/>
              <a:cxnLst/>
              <a:rect l="l" t="t" r="r" b="b"/>
              <a:pathLst>
                <a:path w="1006" h="1485" extrusionOk="0">
                  <a:moveTo>
                    <a:pt x="289" y="0"/>
                  </a:moveTo>
                  <a:lnTo>
                    <a:pt x="138" y="51"/>
                  </a:lnTo>
                  <a:lnTo>
                    <a:pt x="101" y="176"/>
                  </a:lnTo>
                  <a:lnTo>
                    <a:pt x="138" y="277"/>
                  </a:lnTo>
                  <a:lnTo>
                    <a:pt x="314" y="554"/>
                  </a:lnTo>
                  <a:lnTo>
                    <a:pt x="327" y="629"/>
                  </a:lnTo>
                  <a:lnTo>
                    <a:pt x="327" y="667"/>
                  </a:lnTo>
                  <a:lnTo>
                    <a:pt x="264" y="692"/>
                  </a:lnTo>
                  <a:lnTo>
                    <a:pt x="126" y="679"/>
                  </a:lnTo>
                  <a:lnTo>
                    <a:pt x="38" y="742"/>
                  </a:lnTo>
                  <a:lnTo>
                    <a:pt x="0" y="792"/>
                  </a:lnTo>
                  <a:lnTo>
                    <a:pt x="63" y="893"/>
                  </a:lnTo>
                  <a:lnTo>
                    <a:pt x="277" y="1019"/>
                  </a:lnTo>
                  <a:lnTo>
                    <a:pt x="428" y="1057"/>
                  </a:lnTo>
                  <a:lnTo>
                    <a:pt x="553" y="1119"/>
                  </a:lnTo>
                  <a:lnTo>
                    <a:pt x="742" y="1358"/>
                  </a:lnTo>
                  <a:lnTo>
                    <a:pt x="842" y="1446"/>
                  </a:lnTo>
                  <a:lnTo>
                    <a:pt x="880" y="1484"/>
                  </a:lnTo>
                  <a:lnTo>
                    <a:pt x="956" y="1459"/>
                  </a:lnTo>
                  <a:lnTo>
                    <a:pt x="1006" y="1283"/>
                  </a:lnTo>
                  <a:lnTo>
                    <a:pt x="993" y="1082"/>
                  </a:lnTo>
                  <a:lnTo>
                    <a:pt x="968" y="893"/>
                  </a:lnTo>
                  <a:lnTo>
                    <a:pt x="868" y="679"/>
                  </a:lnTo>
                  <a:lnTo>
                    <a:pt x="767" y="566"/>
                  </a:lnTo>
                  <a:lnTo>
                    <a:pt x="679" y="453"/>
                  </a:lnTo>
                  <a:lnTo>
                    <a:pt x="604" y="214"/>
                  </a:lnTo>
                  <a:lnTo>
                    <a:pt x="516" y="101"/>
                  </a:lnTo>
                  <a:lnTo>
                    <a:pt x="453" y="38"/>
                  </a:lnTo>
                  <a:lnTo>
                    <a:pt x="28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467;p20">
              <a:extLst>
                <a:ext uri="{FF2B5EF4-FFF2-40B4-BE49-F238E27FC236}">
                  <a16:creationId xmlns:a16="http://schemas.microsoft.com/office/drawing/2014/main" id="{1D084816-BE2A-0B21-7AF4-907ABE90E026}"/>
                </a:ext>
              </a:extLst>
            </p:cNvPr>
            <p:cNvSpPr/>
            <p:nvPr/>
          </p:nvSpPr>
          <p:spPr>
            <a:xfrm>
              <a:off x="1502598" y="1916606"/>
              <a:ext cx="185351" cy="146102"/>
            </a:xfrm>
            <a:custGeom>
              <a:avLst/>
              <a:gdLst/>
              <a:ahLst/>
              <a:cxnLst/>
              <a:rect l="l" t="t" r="r" b="b"/>
              <a:pathLst>
                <a:path w="2314" h="1824" extrusionOk="0">
                  <a:moveTo>
                    <a:pt x="579" y="1"/>
                  </a:moveTo>
                  <a:lnTo>
                    <a:pt x="503" y="13"/>
                  </a:lnTo>
                  <a:lnTo>
                    <a:pt x="478" y="51"/>
                  </a:lnTo>
                  <a:lnTo>
                    <a:pt x="478" y="114"/>
                  </a:lnTo>
                  <a:lnTo>
                    <a:pt x="566" y="177"/>
                  </a:lnTo>
                  <a:lnTo>
                    <a:pt x="541" y="227"/>
                  </a:lnTo>
                  <a:lnTo>
                    <a:pt x="478" y="265"/>
                  </a:lnTo>
                  <a:lnTo>
                    <a:pt x="340" y="353"/>
                  </a:lnTo>
                  <a:lnTo>
                    <a:pt x="264" y="541"/>
                  </a:lnTo>
                  <a:lnTo>
                    <a:pt x="264" y="629"/>
                  </a:lnTo>
                  <a:lnTo>
                    <a:pt x="264" y="667"/>
                  </a:lnTo>
                  <a:lnTo>
                    <a:pt x="227" y="667"/>
                  </a:lnTo>
                  <a:lnTo>
                    <a:pt x="164" y="642"/>
                  </a:lnTo>
                  <a:lnTo>
                    <a:pt x="88" y="654"/>
                  </a:lnTo>
                  <a:lnTo>
                    <a:pt x="51" y="705"/>
                  </a:lnTo>
                  <a:lnTo>
                    <a:pt x="0" y="818"/>
                  </a:lnTo>
                  <a:lnTo>
                    <a:pt x="51" y="969"/>
                  </a:lnTo>
                  <a:lnTo>
                    <a:pt x="139" y="1032"/>
                  </a:lnTo>
                  <a:lnTo>
                    <a:pt x="327" y="1032"/>
                  </a:lnTo>
                  <a:lnTo>
                    <a:pt x="428" y="1044"/>
                  </a:lnTo>
                  <a:lnTo>
                    <a:pt x="441" y="1082"/>
                  </a:lnTo>
                  <a:lnTo>
                    <a:pt x="466" y="1132"/>
                  </a:lnTo>
                  <a:lnTo>
                    <a:pt x="617" y="1170"/>
                  </a:lnTo>
                  <a:lnTo>
                    <a:pt x="717" y="1183"/>
                  </a:lnTo>
                  <a:lnTo>
                    <a:pt x="805" y="1220"/>
                  </a:lnTo>
                  <a:lnTo>
                    <a:pt x="843" y="1321"/>
                  </a:lnTo>
                  <a:lnTo>
                    <a:pt x="793" y="1333"/>
                  </a:lnTo>
                  <a:lnTo>
                    <a:pt x="705" y="1359"/>
                  </a:lnTo>
                  <a:lnTo>
                    <a:pt x="516" y="1434"/>
                  </a:lnTo>
                  <a:lnTo>
                    <a:pt x="453" y="1509"/>
                  </a:lnTo>
                  <a:lnTo>
                    <a:pt x="466" y="1560"/>
                  </a:lnTo>
                  <a:lnTo>
                    <a:pt x="541" y="1648"/>
                  </a:lnTo>
                  <a:lnTo>
                    <a:pt x="830" y="1685"/>
                  </a:lnTo>
                  <a:lnTo>
                    <a:pt x="981" y="1673"/>
                  </a:lnTo>
                  <a:lnTo>
                    <a:pt x="1107" y="1673"/>
                  </a:lnTo>
                  <a:lnTo>
                    <a:pt x="1195" y="1685"/>
                  </a:lnTo>
                  <a:lnTo>
                    <a:pt x="1283" y="1723"/>
                  </a:lnTo>
                  <a:lnTo>
                    <a:pt x="1358" y="1748"/>
                  </a:lnTo>
                  <a:lnTo>
                    <a:pt x="1472" y="1711"/>
                  </a:lnTo>
                  <a:lnTo>
                    <a:pt x="1597" y="1723"/>
                  </a:lnTo>
                  <a:lnTo>
                    <a:pt x="1748" y="1748"/>
                  </a:lnTo>
                  <a:lnTo>
                    <a:pt x="1924" y="1824"/>
                  </a:lnTo>
                  <a:lnTo>
                    <a:pt x="2000" y="1811"/>
                  </a:lnTo>
                  <a:lnTo>
                    <a:pt x="2088" y="1723"/>
                  </a:lnTo>
                  <a:lnTo>
                    <a:pt x="2289" y="1359"/>
                  </a:lnTo>
                  <a:lnTo>
                    <a:pt x="2314" y="1183"/>
                  </a:lnTo>
                  <a:lnTo>
                    <a:pt x="2301" y="1107"/>
                  </a:lnTo>
                  <a:lnTo>
                    <a:pt x="2226" y="1032"/>
                  </a:lnTo>
                  <a:lnTo>
                    <a:pt x="2176" y="1007"/>
                  </a:lnTo>
                  <a:lnTo>
                    <a:pt x="2075" y="981"/>
                  </a:lnTo>
                  <a:lnTo>
                    <a:pt x="1949" y="843"/>
                  </a:lnTo>
                  <a:lnTo>
                    <a:pt x="1924" y="742"/>
                  </a:lnTo>
                  <a:lnTo>
                    <a:pt x="1924" y="717"/>
                  </a:lnTo>
                  <a:lnTo>
                    <a:pt x="1924" y="705"/>
                  </a:lnTo>
                  <a:lnTo>
                    <a:pt x="1937" y="529"/>
                  </a:lnTo>
                  <a:lnTo>
                    <a:pt x="1962" y="277"/>
                  </a:lnTo>
                  <a:lnTo>
                    <a:pt x="1937" y="164"/>
                  </a:lnTo>
                  <a:lnTo>
                    <a:pt x="1886" y="126"/>
                  </a:lnTo>
                  <a:lnTo>
                    <a:pt x="1836" y="114"/>
                  </a:lnTo>
                  <a:lnTo>
                    <a:pt x="1786" y="139"/>
                  </a:lnTo>
                  <a:lnTo>
                    <a:pt x="1761" y="252"/>
                  </a:lnTo>
                  <a:lnTo>
                    <a:pt x="1673" y="315"/>
                  </a:lnTo>
                  <a:lnTo>
                    <a:pt x="1622" y="340"/>
                  </a:lnTo>
                  <a:lnTo>
                    <a:pt x="1560" y="428"/>
                  </a:lnTo>
                  <a:lnTo>
                    <a:pt x="1522" y="629"/>
                  </a:lnTo>
                  <a:lnTo>
                    <a:pt x="1560" y="818"/>
                  </a:lnTo>
                  <a:lnTo>
                    <a:pt x="1585" y="994"/>
                  </a:lnTo>
                  <a:lnTo>
                    <a:pt x="1522" y="1107"/>
                  </a:lnTo>
                  <a:lnTo>
                    <a:pt x="1434" y="1120"/>
                  </a:lnTo>
                  <a:lnTo>
                    <a:pt x="1346" y="1120"/>
                  </a:lnTo>
                  <a:lnTo>
                    <a:pt x="1245" y="1032"/>
                  </a:lnTo>
                  <a:lnTo>
                    <a:pt x="1107" y="981"/>
                  </a:lnTo>
                  <a:lnTo>
                    <a:pt x="1031" y="956"/>
                  </a:lnTo>
                  <a:lnTo>
                    <a:pt x="969" y="831"/>
                  </a:lnTo>
                  <a:lnTo>
                    <a:pt x="969" y="579"/>
                  </a:lnTo>
                  <a:lnTo>
                    <a:pt x="931" y="428"/>
                  </a:lnTo>
                  <a:lnTo>
                    <a:pt x="881" y="328"/>
                  </a:lnTo>
                  <a:lnTo>
                    <a:pt x="767" y="240"/>
                  </a:lnTo>
                  <a:lnTo>
                    <a:pt x="730" y="164"/>
                  </a:lnTo>
                  <a:lnTo>
                    <a:pt x="692" y="76"/>
                  </a:lnTo>
                  <a:lnTo>
                    <a:pt x="57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468;p20">
              <a:extLst>
                <a:ext uri="{FF2B5EF4-FFF2-40B4-BE49-F238E27FC236}">
                  <a16:creationId xmlns:a16="http://schemas.microsoft.com/office/drawing/2014/main" id="{606107B6-F400-16B0-3F9D-DCC24C421C36}"/>
                </a:ext>
              </a:extLst>
            </p:cNvPr>
            <p:cNvSpPr/>
            <p:nvPr/>
          </p:nvSpPr>
          <p:spPr>
            <a:xfrm>
              <a:off x="1437155" y="1842112"/>
              <a:ext cx="128961" cy="63519"/>
            </a:xfrm>
            <a:custGeom>
              <a:avLst/>
              <a:gdLst/>
              <a:ahLst/>
              <a:cxnLst/>
              <a:rect l="l" t="t" r="r" b="b"/>
              <a:pathLst>
                <a:path w="1610" h="793" extrusionOk="0">
                  <a:moveTo>
                    <a:pt x="1522" y="0"/>
                  </a:moveTo>
                  <a:lnTo>
                    <a:pt x="1396" y="13"/>
                  </a:lnTo>
                  <a:lnTo>
                    <a:pt x="1220" y="25"/>
                  </a:lnTo>
                  <a:lnTo>
                    <a:pt x="905" y="51"/>
                  </a:lnTo>
                  <a:lnTo>
                    <a:pt x="792" y="63"/>
                  </a:lnTo>
                  <a:lnTo>
                    <a:pt x="679" y="139"/>
                  </a:lnTo>
                  <a:lnTo>
                    <a:pt x="604" y="227"/>
                  </a:lnTo>
                  <a:lnTo>
                    <a:pt x="516" y="289"/>
                  </a:lnTo>
                  <a:lnTo>
                    <a:pt x="428" y="315"/>
                  </a:lnTo>
                  <a:lnTo>
                    <a:pt x="214" y="340"/>
                  </a:lnTo>
                  <a:lnTo>
                    <a:pt x="13" y="440"/>
                  </a:lnTo>
                  <a:lnTo>
                    <a:pt x="0" y="516"/>
                  </a:lnTo>
                  <a:lnTo>
                    <a:pt x="50" y="553"/>
                  </a:lnTo>
                  <a:lnTo>
                    <a:pt x="189" y="616"/>
                  </a:lnTo>
                  <a:lnTo>
                    <a:pt x="289" y="641"/>
                  </a:lnTo>
                  <a:lnTo>
                    <a:pt x="289" y="717"/>
                  </a:lnTo>
                  <a:lnTo>
                    <a:pt x="289" y="755"/>
                  </a:lnTo>
                  <a:lnTo>
                    <a:pt x="327" y="767"/>
                  </a:lnTo>
                  <a:lnTo>
                    <a:pt x="453" y="729"/>
                  </a:lnTo>
                  <a:lnTo>
                    <a:pt x="516" y="717"/>
                  </a:lnTo>
                  <a:lnTo>
                    <a:pt x="641" y="667"/>
                  </a:lnTo>
                  <a:lnTo>
                    <a:pt x="792" y="491"/>
                  </a:lnTo>
                  <a:lnTo>
                    <a:pt x="905" y="440"/>
                  </a:lnTo>
                  <a:lnTo>
                    <a:pt x="968" y="478"/>
                  </a:lnTo>
                  <a:lnTo>
                    <a:pt x="1019" y="528"/>
                  </a:lnTo>
                  <a:lnTo>
                    <a:pt x="993" y="629"/>
                  </a:lnTo>
                  <a:lnTo>
                    <a:pt x="931" y="704"/>
                  </a:lnTo>
                  <a:lnTo>
                    <a:pt x="893" y="767"/>
                  </a:lnTo>
                  <a:lnTo>
                    <a:pt x="931" y="780"/>
                  </a:lnTo>
                  <a:lnTo>
                    <a:pt x="1031" y="792"/>
                  </a:lnTo>
                  <a:lnTo>
                    <a:pt x="1195" y="679"/>
                  </a:lnTo>
                  <a:lnTo>
                    <a:pt x="1346" y="616"/>
                  </a:lnTo>
                  <a:lnTo>
                    <a:pt x="1421" y="579"/>
                  </a:lnTo>
                  <a:lnTo>
                    <a:pt x="1484" y="465"/>
                  </a:lnTo>
                  <a:lnTo>
                    <a:pt x="1509" y="277"/>
                  </a:lnTo>
                  <a:lnTo>
                    <a:pt x="1559" y="164"/>
                  </a:lnTo>
                  <a:lnTo>
                    <a:pt x="1610" y="63"/>
                  </a:lnTo>
                  <a:lnTo>
                    <a:pt x="152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469;p20">
              <a:extLst>
                <a:ext uri="{FF2B5EF4-FFF2-40B4-BE49-F238E27FC236}">
                  <a16:creationId xmlns:a16="http://schemas.microsoft.com/office/drawing/2014/main" id="{AEEEA8A6-00D9-E4C4-8A50-A4339AB25587}"/>
                </a:ext>
              </a:extLst>
            </p:cNvPr>
            <p:cNvSpPr/>
            <p:nvPr/>
          </p:nvSpPr>
          <p:spPr>
            <a:xfrm>
              <a:off x="1616421" y="1830978"/>
              <a:ext cx="55429" cy="33322"/>
            </a:xfrm>
            <a:custGeom>
              <a:avLst/>
              <a:gdLst/>
              <a:ahLst/>
              <a:cxnLst/>
              <a:rect l="l" t="t" r="r" b="b"/>
              <a:pathLst>
                <a:path w="692" h="416" extrusionOk="0">
                  <a:moveTo>
                    <a:pt x="340" y="1"/>
                  </a:moveTo>
                  <a:lnTo>
                    <a:pt x="113" y="64"/>
                  </a:lnTo>
                  <a:lnTo>
                    <a:pt x="63" y="76"/>
                  </a:lnTo>
                  <a:lnTo>
                    <a:pt x="0" y="152"/>
                  </a:lnTo>
                  <a:lnTo>
                    <a:pt x="13" y="315"/>
                  </a:lnTo>
                  <a:lnTo>
                    <a:pt x="51" y="403"/>
                  </a:lnTo>
                  <a:lnTo>
                    <a:pt x="76" y="416"/>
                  </a:lnTo>
                  <a:lnTo>
                    <a:pt x="239" y="416"/>
                  </a:lnTo>
                  <a:lnTo>
                    <a:pt x="302" y="340"/>
                  </a:lnTo>
                  <a:lnTo>
                    <a:pt x="352" y="252"/>
                  </a:lnTo>
                  <a:lnTo>
                    <a:pt x="415" y="164"/>
                  </a:lnTo>
                  <a:lnTo>
                    <a:pt x="516" y="139"/>
                  </a:lnTo>
                  <a:lnTo>
                    <a:pt x="629" y="114"/>
                  </a:lnTo>
                  <a:lnTo>
                    <a:pt x="692" y="51"/>
                  </a:lnTo>
                  <a:lnTo>
                    <a:pt x="591" y="13"/>
                  </a:lnTo>
                  <a:lnTo>
                    <a:pt x="34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470;p20">
              <a:extLst>
                <a:ext uri="{FF2B5EF4-FFF2-40B4-BE49-F238E27FC236}">
                  <a16:creationId xmlns:a16="http://schemas.microsoft.com/office/drawing/2014/main" id="{1508566F-6318-ECF7-D4A9-8A7C740997A8}"/>
                </a:ext>
              </a:extLst>
            </p:cNvPr>
            <p:cNvSpPr/>
            <p:nvPr/>
          </p:nvSpPr>
          <p:spPr>
            <a:xfrm>
              <a:off x="1633563" y="1795734"/>
              <a:ext cx="47339" cy="23309"/>
            </a:xfrm>
            <a:custGeom>
              <a:avLst/>
              <a:gdLst/>
              <a:ahLst/>
              <a:cxnLst/>
              <a:rect l="l" t="t" r="r" b="b"/>
              <a:pathLst>
                <a:path w="591" h="291" extrusionOk="0">
                  <a:moveTo>
                    <a:pt x="453" y="1"/>
                  </a:moveTo>
                  <a:lnTo>
                    <a:pt x="214" y="13"/>
                  </a:lnTo>
                  <a:lnTo>
                    <a:pt x="63" y="13"/>
                  </a:lnTo>
                  <a:lnTo>
                    <a:pt x="0" y="51"/>
                  </a:lnTo>
                  <a:lnTo>
                    <a:pt x="50" y="152"/>
                  </a:lnTo>
                  <a:lnTo>
                    <a:pt x="163" y="177"/>
                  </a:lnTo>
                  <a:lnTo>
                    <a:pt x="264" y="177"/>
                  </a:lnTo>
                  <a:lnTo>
                    <a:pt x="390" y="202"/>
                  </a:lnTo>
                  <a:lnTo>
                    <a:pt x="453" y="265"/>
                  </a:lnTo>
                  <a:lnTo>
                    <a:pt x="478" y="290"/>
                  </a:lnTo>
                  <a:lnTo>
                    <a:pt x="528" y="277"/>
                  </a:lnTo>
                  <a:lnTo>
                    <a:pt x="591" y="189"/>
                  </a:lnTo>
                  <a:lnTo>
                    <a:pt x="591" y="89"/>
                  </a:lnTo>
                  <a:lnTo>
                    <a:pt x="566" y="39"/>
                  </a:lnTo>
                  <a:lnTo>
                    <a:pt x="45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471;p20">
              <a:extLst>
                <a:ext uri="{FF2B5EF4-FFF2-40B4-BE49-F238E27FC236}">
                  <a16:creationId xmlns:a16="http://schemas.microsoft.com/office/drawing/2014/main" id="{ADF431F7-7302-A582-9B69-0B6E55F6E543}"/>
                </a:ext>
              </a:extLst>
            </p:cNvPr>
            <p:cNvSpPr/>
            <p:nvPr/>
          </p:nvSpPr>
          <p:spPr>
            <a:xfrm>
              <a:off x="1711100" y="1880401"/>
              <a:ext cx="17141" cy="42373"/>
            </a:xfrm>
            <a:custGeom>
              <a:avLst/>
              <a:gdLst/>
              <a:ahLst/>
              <a:cxnLst/>
              <a:rect l="l" t="t" r="r" b="b"/>
              <a:pathLst>
                <a:path w="214" h="529" extrusionOk="0">
                  <a:moveTo>
                    <a:pt x="138" y="0"/>
                  </a:moveTo>
                  <a:lnTo>
                    <a:pt x="38" y="101"/>
                  </a:lnTo>
                  <a:lnTo>
                    <a:pt x="13" y="138"/>
                  </a:lnTo>
                  <a:lnTo>
                    <a:pt x="13" y="176"/>
                  </a:lnTo>
                  <a:lnTo>
                    <a:pt x="0" y="365"/>
                  </a:lnTo>
                  <a:lnTo>
                    <a:pt x="38" y="478"/>
                  </a:lnTo>
                  <a:lnTo>
                    <a:pt x="88" y="503"/>
                  </a:lnTo>
                  <a:lnTo>
                    <a:pt x="176" y="528"/>
                  </a:lnTo>
                  <a:lnTo>
                    <a:pt x="164" y="440"/>
                  </a:lnTo>
                  <a:lnTo>
                    <a:pt x="176" y="289"/>
                  </a:lnTo>
                  <a:lnTo>
                    <a:pt x="214" y="151"/>
                  </a:lnTo>
                  <a:lnTo>
                    <a:pt x="201" y="63"/>
                  </a:lnTo>
                  <a:lnTo>
                    <a:pt x="176" y="25"/>
                  </a:lnTo>
                  <a:lnTo>
                    <a:pt x="13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472;p20">
              <a:extLst>
                <a:ext uri="{FF2B5EF4-FFF2-40B4-BE49-F238E27FC236}">
                  <a16:creationId xmlns:a16="http://schemas.microsoft.com/office/drawing/2014/main" id="{99FF891A-35F4-D23B-9655-E03D6CBF87B2}"/>
                </a:ext>
              </a:extLst>
            </p:cNvPr>
            <p:cNvSpPr/>
            <p:nvPr/>
          </p:nvSpPr>
          <p:spPr>
            <a:xfrm>
              <a:off x="1688912" y="2035476"/>
              <a:ext cx="24270" cy="35324"/>
            </a:xfrm>
            <a:custGeom>
              <a:avLst/>
              <a:gdLst/>
              <a:ahLst/>
              <a:cxnLst/>
              <a:rect l="l" t="t" r="r" b="b"/>
              <a:pathLst>
                <a:path w="303" h="441" extrusionOk="0">
                  <a:moveTo>
                    <a:pt x="89" y="0"/>
                  </a:moveTo>
                  <a:lnTo>
                    <a:pt x="26" y="101"/>
                  </a:lnTo>
                  <a:lnTo>
                    <a:pt x="26" y="139"/>
                  </a:lnTo>
                  <a:lnTo>
                    <a:pt x="1" y="315"/>
                  </a:lnTo>
                  <a:lnTo>
                    <a:pt x="76" y="440"/>
                  </a:lnTo>
                  <a:lnTo>
                    <a:pt x="151" y="403"/>
                  </a:lnTo>
                  <a:lnTo>
                    <a:pt x="202" y="340"/>
                  </a:lnTo>
                  <a:lnTo>
                    <a:pt x="290" y="201"/>
                  </a:lnTo>
                  <a:lnTo>
                    <a:pt x="302" y="63"/>
                  </a:lnTo>
                  <a:lnTo>
                    <a:pt x="202" y="13"/>
                  </a:lnTo>
                  <a:lnTo>
                    <a:pt x="8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473;p20">
              <a:extLst>
                <a:ext uri="{FF2B5EF4-FFF2-40B4-BE49-F238E27FC236}">
                  <a16:creationId xmlns:a16="http://schemas.microsoft.com/office/drawing/2014/main" id="{4FC8748A-63A4-B572-7FE7-41B2225296DC}"/>
                </a:ext>
              </a:extLst>
            </p:cNvPr>
            <p:cNvSpPr/>
            <p:nvPr/>
          </p:nvSpPr>
          <p:spPr>
            <a:xfrm>
              <a:off x="1919523" y="1905552"/>
              <a:ext cx="27314" cy="39329"/>
            </a:xfrm>
            <a:custGeom>
              <a:avLst/>
              <a:gdLst/>
              <a:ahLst/>
              <a:cxnLst/>
              <a:rect l="l" t="t" r="r" b="b"/>
              <a:pathLst>
                <a:path w="341" h="491" extrusionOk="0">
                  <a:moveTo>
                    <a:pt x="127" y="0"/>
                  </a:moveTo>
                  <a:lnTo>
                    <a:pt x="64" y="13"/>
                  </a:lnTo>
                  <a:lnTo>
                    <a:pt x="13" y="38"/>
                  </a:lnTo>
                  <a:lnTo>
                    <a:pt x="1" y="176"/>
                  </a:lnTo>
                  <a:lnTo>
                    <a:pt x="89" y="403"/>
                  </a:lnTo>
                  <a:lnTo>
                    <a:pt x="114" y="453"/>
                  </a:lnTo>
                  <a:lnTo>
                    <a:pt x="152" y="491"/>
                  </a:lnTo>
                  <a:lnTo>
                    <a:pt x="265" y="428"/>
                  </a:lnTo>
                  <a:lnTo>
                    <a:pt x="315" y="340"/>
                  </a:lnTo>
                  <a:lnTo>
                    <a:pt x="340" y="239"/>
                  </a:lnTo>
                  <a:lnTo>
                    <a:pt x="240" y="63"/>
                  </a:lnTo>
                  <a:lnTo>
                    <a:pt x="12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474;p20">
              <a:extLst>
                <a:ext uri="{FF2B5EF4-FFF2-40B4-BE49-F238E27FC236}">
                  <a16:creationId xmlns:a16="http://schemas.microsoft.com/office/drawing/2014/main" id="{BB0F1F9E-2D69-A8E5-A988-F01F9AE26240}"/>
                </a:ext>
              </a:extLst>
            </p:cNvPr>
            <p:cNvSpPr/>
            <p:nvPr/>
          </p:nvSpPr>
          <p:spPr>
            <a:xfrm>
              <a:off x="1823882" y="1730291"/>
              <a:ext cx="19224" cy="29317"/>
            </a:xfrm>
            <a:custGeom>
              <a:avLst/>
              <a:gdLst/>
              <a:ahLst/>
              <a:cxnLst/>
              <a:rect l="l" t="t" r="r" b="b"/>
              <a:pathLst>
                <a:path w="240" h="366" extrusionOk="0">
                  <a:moveTo>
                    <a:pt x="76" y="1"/>
                  </a:moveTo>
                  <a:lnTo>
                    <a:pt x="26" y="13"/>
                  </a:lnTo>
                  <a:lnTo>
                    <a:pt x="0" y="89"/>
                  </a:lnTo>
                  <a:lnTo>
                    <a:pt x="13" y="239"/>
                  </a:lnTo>
                  <a:lnTo>
                    <a:pt x="38" y="315"/>
                  </a:lnTo>
                  <a:lnTo>
                    <a:pt x="51" y="365"/>
                  </a:lnTo>
                  <a:lnTo>
                    <a:pt x="114" y="365"/>
                  </a:lnTo>
                  <a:lnTo>
                    <a:pt x="189" y="315"/>
                  </a:lnTo>
                  <a:lnTo>
                    <a:pt x="227" y="277"/>
                  </a:lnTo>
                  <a:lnTo>
                    <a:pt x="239" y="177"/>
                  </a:lnTo>
                  <a:lnTo>
                    <a:pt x="202" y="76"/>
                  </a:lnTo>
                  <a:lnTo>
                    <a:pt x="126" y="13"/>
                  </a:lnTo>
                  <a:lnTo>
                    <a:pt x="7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475;p20">
              <a:extLst>
                <a:ext uri="{FF2B5EF4-FFF2-40B4-BE49-F238E27FC236}">
                  <a16:creationId xmlns:a16="http://schemas.microsoft.com/office/drawing/2014/main" id="{E8F4993B-5762-3D91-AAC5-3F9F95B64F60}"/>
                </a:ext>
              </a:extLst>
            </p:cNvPr>
            <p:cNvSpPr/>
            <p:nvPr/>
          </p:nvSpPr>
          <p:spPr>
            <a:xfrm>
              <a:off x="1757399" y="1878318"/>
              <a:ext cx="33322" cy="14178"/>
            </a:xfrm>
            <a:custGeom>
              <a:avLst/>
              <a:gdLst/>
              <a:ahLst/>
              <a:cxnLst/>
              <a:rect l="l" t="t" r="r" b="b"/>
              <a:pathLst>
                <a:path w="416" h="177" extrusionOk="0">
                  <a:moveTo>
                    <a:pt x="101" y="1"/>
                  </a:moveTo>
                  <a:lnTo>
                    <a:pt x="38" y="26"/>
                  </a:lnTo>
                  <a:lnTo>
                    <a:pt x="1" y="76"/>
                  </a:lnTo>
                  <a:lnTo>
                    <a:pt x="89" y="114"/>
                  </a:lnTo>
                  <a:lnTo>
                    <a:pt x="164" y="152"/>
                  </a:lnTo>
                  <a:lnTo>
                    <a:pt x="265" y="177"/>
                  </a:lnTo>
                  <a:lnTo>
                    <a:pt x="390" y="164"/>
                  </a:lnTo>
                  <a:lnTo>
                    <a:pt x="415" y="114"/>
                  </a:lnTo>
                  <a:lnTo>
                    <a:pt x="378" y="64"/>
                  </a:lnTo>
                  <a:lnTo>
                    <a:pt x="340" y="51"/>
                  </a:lnTo>
                  <a:lnTo>
                    <a:pt x="10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476;p20">
              <a:extLst>
                <a:ext uri="{FF2B5EF4-FFF2-40B4-BE49-F238E27FC236}">
                  <a16:creationId xmlns:a16="http://schemas.microsoft.com/office/drawing/2014/main" id="{C9DAE4CA-0EC6-DC6B-394E-1312BE3EF208}"/>
                </a:ext>
              </a:extLst>
            </p:cNvPr>
            <p:cNvSpPr/>
            <p:nvPr/>
          </p:nvSpPr>
          <p:spPr>
            <a:xfrm>
              <a:off x="2130028" y="2871412"/>
              <a:ext cx="63519" cy="70568"/>
            </a:xfrm>
            <a:custGeom>
              <a:avLst/>
              <a:gdLst/>
              <a:ahLst/>
              <a:cxnLst/>
              <a:rect l="l" t="t" r="r" b="b"/>
              <a:pathLst>
                <a:path w="793" h="881" extrusionOk="0">
                  <a:moveTo>
                    <a:pt x="541" y="0"/>
                  </a:moveTo>
                  <a:lnTo>
                    <a:pt x="441" y="38"/>
                  </a:lnTo>
                  <a:lnTo>
                    <a:pt x="378" y="139"/>
                  </a:lnTo>
                  <a:lnTo>
                    <a:pt x="303" y="214"/>
                  </a:lnTo>
                  <a:lnTo>
                    <a:pt x="164" y="214"/>
                  </a:lnTo>
                  <a:lnTo>
                    <a:pt x="89" y="302"/>
                  </a:lnTo>
                  <a:lnTo>
                    <a:pt x="76" y="503"/>
                  </a:lnTo>
                  <a:lnTo>
                    <a:pt x="76" y="554"/>
                  </a:lnTo>
                  <a:lnTo>
                    <a:pt x="64" y="591"/>
                  </a:lnTo>
                  <a:lnTo>
                    <a:pt x="1" y="767"/>
                  </a:lnTo>
                  <a:lnTo>
                    <a:pt x="26" y="855"/>
                  </a:lnTo>
                  <a:lnTo>
                    <a:pt x="76" y="880"/>
                  </a:lnTo>
                  <a:lnTo>
                    <a:pt x="189" y="880"/>
                  </a:lnTo>
                  <a:lnTo>
                    <a:pt x="391" y="717"/>
                  </a:lnTo>
                  <a:lnTo>
                    <a:pt x="554" y="554"/>
                  </a:lnTo>
                  <a:lnTo>
                    <a:pt x="717" y="403"/>
                  </a:lnTo>
                  <a:lnTo>
                    <a:pt x="793" y="239"/>
                  </a:lnTo>
                  <a:lnTo>
                    <a:pt x="717" y="126"/>
                  </a:lnTo>
                  <a:lnTo>
                    <a:pt x="629" y="51"/>
                  </a:lnTo>
                  <a:lnTo>
                    <a:pt x="54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477;p20">
              <a:extLst>
                <a:ext uri="{FF2B5EF4-FFF2-40B4-BE49-F238E27FC236}">
                  <a16:creationId xmlns:a16="http://schemas.microsoft.com/office/drawing/2014/main" id="{4C7799FA-534C-C8BC-CD15-FFDC0C490931}"/>
                </a:ext>
              </a:extLst>
            </p:cNvPr>
            <p:cNvSpPr/>
            <p:nvPr/>
          </p:nvSpPr>
          <p:spPr>
            <a:xfrm>
              <a:off x="2228712" y="2913705"/>
              <a:ext cx="36365" cy="74573"/>
            </a:xfrm>
            <a:custGeom>
              <a:avLst/>
              <a:gdLst/>
              <a:ahLst/>
              <a:cxnLst/>
              <a:rect l="l" t="t" r="r" b="b"/>
              <a:pathLst>
                <a:path w="454" h="931" extrusionOk="0">
                  <a:moveTo>
                    <a:pt x="328" y="0"/>
                  </a:moveTo>
                  <a:lnTo>
                    <a:pt x="240" y="38"/>
                  </a:lnTo>
                  <a:lnTo>
                    <a:pt x="177" y="189"/>
                  </a:lnTo>
                  <a:lnTo>
                    <a:pt x="152" y="239"/>
                  </a:lnTo>
                  <a:lnTo>
                    <a:pt x="51" y="290"/>
                  </a:lnTo>
                  <a:lnTo>
                    <a:pt x="1" y="491"/>
                  </a:lnTo>
                  <a:lnTo>
                    <a:pt x="64" y="717"/>
                  </a:lnTo>
                  <a:lnTo>
                    <a:pt x="177" y="893"/>
                  </a:lnTo>
                  <a:lnTo>
                    <a:pt x="240" y="918"/>
                  </a:lnTo>
                  <a:lnTo>
                    <a:pt x="303" y="931"/>
                  </a:lnTo>
                  <a:lnTo>
                    <a:pt x="353" y="881"/>
                  </a:lnTo>
                  <a:lnTo>
                    <a:pt x="378" y="692"/>
                  </a:lnTo>
                  <a:lnTo>
                    <a:pt x="378" y="440"/>
                  </a:lnTo>
                  <a:lnTo>
                    <a:pt x="403" y="214"/>
                  </a:lnTo>
                  <a:lnTo>
                    <a:pt x="454" y="101"/>
                  </a:lnTo>
                  <a:lnTo>
                    <a:pt x="378" y="38"/>
                  </a:lnTo>
                  <a:lnTo>
                    <a:pt x="32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293E168C-8042-5B4E-A5A4-A5BF693AE2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49437" y="2404465"/>
            <a:ext cx="6442563" cy="1514019"/>
          </a:xfrm>
        </p:spPr>
        <p:txBody>
          <a:bodyPr rtlCol="0"/>
          <a:lstStyle/>
          <a:p>
            <a:pPr rtl="0"/>
            <a:r>
              <a:rPr lang="en-GB" dirty="0">
                <a:solidFill>
                  <a:srgbClr val="F10202"/>
                </a:solidFill>
                <a:latin typeface="Fira Sans Extra Condensed" panose="020F0502020204030204" pitchFamily="34" charset="0"/>
              </a:rPr>
              <a:t>Ottawa</a:t>
            </a:r>
            <a:r>
              <a:rPr lang="en-GB" dirty="0">
                <a:latin typeface="Fira Sans Extra Condensed" panose="020F0502020204030204" pitchFamily="34" charset="0"/>
              </a:rPr>
              <a:t> </a:t>
            </a:r>
            <a:br>
              <a:rPr lang="en-GB" dirty="0">
                <a:latin typeface="Fira Sans Extra Condensed" panose="020F0502020204030204" pitchFamily="34" charset="0"/>
              </a:rPr>
            </a:br>
            <a:r>
              <a:rPr lang="en-GB" dirty="0">
                <a:latin typeface="Fira Sans Extra Condensed" panose="020F0502020204030204" pitchFamily="34" charset="0"/>
              </a:rPr>
              <a:t>Airbnb</a:t>
            </a:r>
            <a:br>
              <a:rPr lang="en-GB" dirty="0">
                <a:latin typeface="Fira Sans Extra Condensed" panose="020F0502020204030204" pitchFamily="34" charset="0"/>
              </a:rPr>
            </a:br>
            <a:r>
              <a:rPr lang="en-GB">
                <a:latin typeface="Fira Sans Extra Condensed" panose="020F0502020204030204" pitchFamily="34" charset="0"/>
              </a:rPr>
              <a:t>Market Analysis </a:t>
            </a:r>
            <a:endParaRPr lang="en-GB" dirty="0">
              <a:latin typeface="Fira Sans Extra Condensed" panose="020F0502020204030204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8E61D8-31A3-2D45-8E25-CBE846E26E1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782905" y="4578583"/>
            <a:ext cx="5491570" cy="1974618"/>
          </a:xfrm>
        </p:spPr>
        <p:txBody>
          <a:bodyPr rtlCol="0"/>
          <a:lstStyle/>
          <a:p>
            <a:pPr rtl="0"/>
            <a:r>
              <a:rPr lang="en-GB" dirty="0">
                <a:solidFill>
                  <a:srgbClr val="F10202"/>
                </a:solidFill>
                <a:latin typeface="+mj-lt"/>
              </a:rPr>
              <a:t>Group : Maple Leaves</a:t>
            </a:r>
          </a:p>
          <a:p>
            <a:pPr rtl="0"/>
            <a:r>
              <a:rPr lang="en-GB" dirty="0">
                <a:solidFill>
                  <a:srgbClr val="F10202"/>
                </a:solidFill>
                <a:latin typeface="+mj-lt"/>
              </a:rPr>
              <a:t>Group Members:</a:t>
            </a:r>
          </a:p>
          <a:p>
            <a:pPr marL="342900" indent="-342900" rtl="0">
              <a:buAutoNum type="arabicPeriod"/>
            </a:pPr>
            <a:r>
              <a:rPr lang="en-GB" dirty="0">
                <a:solidFill>
                  <a:srgbClr val="F10202"/>
                </a:solidFill>
                <a:latin typeface="+mj-lt"/>
              </a:rPr>
              <a:t>Mariam Azam</a:t>
            </a:r>
          </a:p>
          <a:p>
            <a:pPr marL="342900" indent="-342900" rtl="0">
              <a:buAutoNum type="arabicPeriod"/>
            </a:pPr>
            <a:r>
              <a:rPr lang="en-GB" dirty="0">
                <a:solidFill>
                  <a:srgbClr val="F10202"/>
                </a:solidFill>
                <a:latin typeface="+mj-lt"/>
              </a:rPr>
              <a:t>Mohamed </a:t>
            </a:r>
            <a:r>
              <a:rPr lang="en-GB" dirty="0" err="1">
                <a:solidFill>
                  <a:srgbClr val="F10202"/>
                </a:solidFill>
                <a:latin typeface="+mj-lt"/>
              </a:rPr>
              <a:t>Alkooheji</a:t>
            </a:r>
            <a:endParaRPr lang="en-GB" dirty="0">
              <a:solidFill>
                <a:srgbClr val="F10202"/>
              </a:solidFill>
              <a:latin typeface="+mj-lt"/>
            </a:endParaRPr>
          </a:p>
          <a:p>
            <a:pPr marL="342900" indent="-342900" rtl="0">
              <a:buAutoNum type="arabicPeriod"/>
            </a:pPr>
            <a:r>
              <a:rPr lang="en-GB" dirty="0">
                <a:solidFill>
                  <a:srgbClr val="F10202"/>
                </a:solidFill>
                <a:latin typeface="+mj-lt"/>
              </a:rPr>
              <a:t>Zainab </a:t>
            </a:r>
            <a:r>
              <a:rPr lang="en-GB" dirty="0" err="1">
                <a:solidFill>
                  <a:srgbClr val="F10202"/>
                </a:solidFill>
                <a:latin typeface="+mj-lt"/>
              </a:rPr>
              <a:t>Aloraibi</a:t>
            </a:r>
            <a:endParaRPr lang="en-GB" dirty="0">
              <a:solidFill>
                <a:srgbClr val="F10202"/>
              </a:solidFill>
            </a:endParaRPr>
          </a:p>
          <a:p>
            <a:pPr rtl="0"/>
            <a:endParaRPr lang="en-GB" dirty="0">
              <a:solidFill>
                <a:srgbClr val="F1020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609507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D54756-A790-C845-A85F-35391529E5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023" y="879063"/>
            <a:ext cx="4941477" cy="610863"/>
          </a:xfrm>
        </p:spPr>
        <p:txBody>
          <a:bodyPr rtlCol="0">
            <a:noAutofit/>
          </a:bodyPr>
          <a:lstStyle/>
          <a:p>
            <a:pPr rtl="0"/>
            <a:r>
              <a:rPr lang="en-GB" sz="5400" dirty="0">
                <a:latin typeface="Fira Sans Extra Condensed" panose="020B0503050000020004" pitchFamily="34" charset="0"/>
              </a:rPr>
              <a:t>Contents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7EC6698-132B-1143-A2A9-00A97D9572D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52500" y="2209800"/>
            <a:ext cx="2133600" cy="205837"/>
          </a:xfrm>
        </p:spPr>
        <p:txBody>
          <a:bodyPr rtlCol="0"/>
          <a:lstStyle/>
          <a:p>
            <a:pPr rtl="0"/>
            <a:r>
              <a:rPr lang="en-GB" sz="2500" dirty="0">
                <a:solidFill>
                  <a:srgbClr val="F10202"/>
                </a:solidFill>
              </a:rPr>
              <a:t>01. </a:t>
            </a:r>
          </a:p>
          <a:p>
            <a:pPr rtl="0"/>
            <a:r>
              <a:rPr lang="en-GB" sz="2500" dirty="0">
                <a:solidFill>
                  <a:srgbClr val="F10202"/>
                </a:solidFill>
              </a:rPr>
              <a:t>Introduction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AA5D8C-0134-F046-A548-3465F817747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64023" y="3059668"/>
            <a:ext cx="2133600" cy="369332"/>
          </a:xfrm>
        </p:spPr>
        <p:txBody>
          <a:bodyPr rtlCol="0"/>
          <a:lstStyle/>
          <a:p>
            <a:pPr rtl="0"/>
            <a:r>
              <a:rPr lang="en-US" sz="1600" dirty="0">
                <a:latin typeface="Fira Sans Extra Condensed" panose="020B0503050000020004" pitchFamily="34" charset="0"/>
              </a:rPr>
              <a:t>Ottawa and Airbnb overview.</a:t>
            </a:r>
            <a:endParaRPr lang="en-GB" sz="1600" dirty="0">
              <a:latin typeface="Fira Sans Extra Condensed" panose="020B0503050000020004" pitchFamily="34" charset="0"/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0015C52-08ED-464E-B7E8-24892D9C131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663042" y="2209800"/>
            <a:ext cx="3292394" cy="205837"/>
          </a:xfrm>
        </p:spPr>
        <p:txBody>
          <a:bodyPr rtlCol="0"/>
          <a:lstStyle/>
          <a:p>
            <a:pPr rtl="0"/>
            <a:r>
              <a:rPr lang="en-GB" sz="2500" dirty="0">
                <a:solidFill>
                  <a:srgbClr val="F10202"/>
                </a:solidFill>
              </a:rPr>
              <a:t>02. </a:t>
            </a:r>
          </a:p>
          <a:p>
            <a:pPr rtl="0"/>
            <a:r>
              <a:rPr lang="en-GB" sz="2500" dirty="0">
                <a:solidFill>
                  <a:srgbClr val="F10202"/>
                </a:solidFill>
              </a:rPr>
              <a:t>Problem Statement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979C7D4-91CF-6443-91D5-65DC860B407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663042" y="3059668"/>
            <a:ext cx="2128157" cy="369332"/>
          </a:xfrm>
        </p:spPr>
        <p:txBody>
          <a:bodyPr rtlCol="0"/>
          <a:lstStyle/>
          <a:p>
            <a:pPr rtl="0"/>
            <a:r>
              <a:rPr lang="en-GB" sz="1600" dirty="0">
                <a:latin typeface="Fira Sans Extra Condensed" panose="020B0503050000020004" pitchFamily="34" charset="0"/>
              </a:rPr>
              <a:t>The problem and goals.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32B0C1D-C221-7C47-B7D6-77E7BDB4174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52500" y="4522803"/>
            <a:ext cx="2133600" cy="205837"/>
          </a:xfrm>
        </p:spPr>
        <p:txBody>
          <a:bodyPr rtlCol="0"/>
          <a:lstStyle/>
          <a:p>
            <a:pPr rtl="0"/>
            <a:r>
              <a:rPr lang="en-GB" sz="2500" dirty="0">
                <a:solidFill>
                  <a:srgbClr val="F10202"/>
                </a:solidFill>
              </a:rPr>
              <a:t>03. </a:t>
            </a:r>
          </a:p>
          <a:p>
            <a:pPr rtl="0"/>
            <a:r>
              <a:rPr lang="en-GB" sz="2500" dirty="0">
                <a:solidFill>
                  <a:srgbClr val="F10202"/>
                </a:solidFill>
              </a:rPr>
              <a:t>Analysis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E1C152D-1AA6-9242-B5C9-B06EEE4F966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52500" y="5427926"/>
            <a:ext cx="2133600" cy="369332"/>
          </a:xfrm>
        </p:spPr>
        <p:txBody>
          <a:bodyPr rtlCol="0"/>
          <a:lstStyle/>
          <a:p>
            <a:pPr rtl="0"/>
            <a:r>
              <a:rPr lang="en-GB" sz="1600" dirty="0">
                <a:latin typeface="Fira Sans Extra Condensed" panose="020B0503050000020004" pitchFamily="34" charset="0"/>
              </a:rPr>
              <a:t>Discuss results based on analysis.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9BD3932-D1D0-1045-BD96-8B26F11B8515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663042" y="4522803"/>
            <a:ext cx="2705099" cy="205837"/>
          </a:xfrm>
        </p:spPr>
        <p:txBody>
          <a:bodyPr rtlCol="0"/>
          <a:lstStyle/>
          <a:p>
            <a:pPr rtl="0"/>
            <a:r>
              <a:rPr lang="en-GB" sz="2500" dirty="0">
                <a:solidFill>
                  <a:srgbClr val="F10202"/>
                </a:solidFill>
              </a:rPr>
              <a:t>04. Recommendations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8FB4732-AB07-C54D-AF44-F8ADB6D2B8B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3663041" y="5427926"/>
            <a:ext cx="2128157" cy="369332"/>
          </a:xfrm>
        </p:spPr>
        <p:txBody>
          <a:bodyPr rtlCol="0"/>
          <a:lstStyle/>
          <a:p>
            <a:pPr rtl="0"/>
            <a:r>
              <a:rPr lang="en-GB" sz="1600" dirty="0">
                <a:latin typeface="Fira Sans Extra Condensed" panose="020B0503050000020004" pitchFamily="34" charset="0"/>
              </a:rPr>
              <a:t>Data-driven insights for the client.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D94022C-C786-2BC6-FCEE-EBEBC59D4CD1}"/>
              </a:ext>
            </a:extLst>
          </p:cNvPr>
          <p:cNvSpPr/>
          <p:nvPr/>
        </p:nvSpPr>
        <p:spPr>
          <a:xfrm>
            <a:off x="6368141" y="3717561"/>
            <a:ext cx="2491046" cy="1011079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8609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0C860E-9C9D-E544-9A7D-9BEAA8D673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6000" dirty="0">
                <a:latin typeface="Fira Sans Extra Condensed" panose="020F0502020204030204" pitchFamily="34" charset="0"/>
              </a:rPr>
              <a:t>Introduction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F61C13CF-C01C-1061-E5FE-2436A5878825}"/>
              </a:ext>
            </a:extLst>
          </p:cNvPr>
          <p:cNvSpPr txBox="1">
            <a:spLocks/>
          </p:cNvSpPr>
          <p:nvPr/>
        </p:nvSpPr>
        <p:spPr>
          <a:xfrm>
            <a:off x="887714" y="6038603"/>
            <a:ext cx="3036477" cy="404216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000" b="1" dirty="0">
                <a:solidFill>
                  <a:srgbClr val="F10202"/>
                </a:solidFill>
              </a:rPr>
              <a:t>Ottawa</a:t>
            </a:r>
          </a:p>
        </p:txBody>
      </p:sp>
      <p:grpSp>
        <p:nvGrpSpPr>
          <p:cNvPr id="17" name="Google Shape;3023;p34">
            <a:extLst>
              <a:ext uri="{FF2B5EF4-FFF2-40B4-BE49-F238E27FC236}">
                <a16:creationId xmlns:a16="http://schemas.microsoft.com/office/drawing/2014/main" id="{09E82E65-5AB0-C3B7-4879-074044552C19}"/>
              </a:ext>
            </a:extLst>
          </p:cNvPr>
          <p:cNvGrpSpPr/>
          <p:nvPr/>
        </p:nvGrpSpPr>
        <p:grpSpPr>
          <a:xfrm>
            <a:off x="1348768" y="3140616"/>
            <a:ext cx="3579663" cy="3330930"/>
            <a:chOff x="457200" y="1480536"/>
            <a:chExt cx="3043673" cy="2832183"/>
          </a:xfrm>
        </p:grpSpPr>
        <p:sp>
          <p:nvSpPr>
            <p:cNvPr id="18" name="Google Shape;3024;p34">
              <a:extLst>
                <a:ext uri="{FF2B5EF4-FFF2-40B4-BE49-F238E27FC236}">
                  <a16:creationId xmlns:a16="http://schemas.microsoft.com/office/drawing/2014/main" id="{03D337D9-4BD1-41B9-1AA0-E09582BFB1C0}"/>
                </a:ext>
              </a:extLst>
            </p:cNvPr>
            <p:cNvSpPr/>
            <p:nvPr/>
          </p:nvSpPr>
          <p:spPr>
            <a:xfrm>
              <a:off x="457200" y="2006240"/>
              <a:ext cx="2815996" cy="2306480"/>
            </a:xfrm>
            <a:custGeom>
              <a:avLst/>
              <a:gdLst/>
              <a:ahLst/>
              <a:cxnLst/>
              <a:rect l="l" t="t" r="r" b="b"/>
              <a:pathLst>
                <a:path w="35156" h="28795" extrusionOk="0">
                  <a:moveTo>
                    <a:pt x="5470" y="1"/>
                  </a:moveTo>
                  <a:lnTo>
                    <a:pt x="5281" y="126"/>
                  </a:lnTo>
                  <a:lnTo>
                    <a:pt x="4074" y="1283"/>
                  </a:lnTo>
                  <a:lnTo>
                    <a:pt x="1647" y="3710"/>
                  </a:lnTo>
                  <a:lnTo>
                    <a:pt x="843" y="4515"/>
                  </a:lnTo>
                  <a:lnTo>
                    <a:pt x="491" y="4854"/>
                  </a:lnTo>
                  <a:lnTo>
                    <a:pt x="113" y="5244"/>
                  </a:lnTo>
                  <a:lnTo>
                    <a:pt x="25" y="5420"/>
                  </a:lnTo>
                  <a:lnTo>
                    <a:pt x="63" y="5470"/>
                  </a:lnTo>
                  <a:lnTo>
                    <a:pt x="201" y="5558"/>
                  </a:lnTo>
                  <a:lnTo>
                    <a:pt x="403" y="5759"/>
                  </a:lnTo>
                  <a:lnTo>
                    <a:pt x="453" y="5923"/>
                  </a:lnTo>
                  <a:lnTo>
                    <a:pt x="415" y="6023"/>
                  </a:lnTo>
                  <a:lnTo>
                    <a:pt x="264" y="6401"/>
                  </a:lnTo>
                  <a:lnTo>
                    <a:pt x="201" y="6765"/>
                  </a:lnTo>
                  <a:lnTo>
                    <a:pt x="189" y="6853"/>
                  </a:lnTo>
                  <a:lnTo>
                    <a:pt x="226" y="6992"/>
                  </a:lnTo>
                  <a:lnTo>
                    <a:pt x="340" y="7080"/>
                  </a:lnTo>
                  <a:lnTo>
                    <a:pt x="516" y="7117"/>
                  </a:lnTo>
                  <a:lnTo>
                    <a:pt x="629" y="7105"/>
                  </a:lnTo>
                  <a:lnTo>
                    <a:pt x="956" y="7105"/>
                  </a:lnTo>
                  <a:lnTo>
                    <a:pt x="1119" y="7230"/>
                  </a:lnTo>
                  <a:lnTo>
                    <a:pt x="1195" y="7532"/>
                  </a:lnTo>
                  <a:lnTo>
                    <a:pt x="1182" y="7784"/>
                  </a:lnTo>
                  <a:lnTo>
                    <a:pt x="1157" y="8349"/>
                  </a:lnTo>
                  <a:lnTo>
                    <a:pt x="1107" y="9167"/>
                  </a:lnTo>
                  <a:lnTo>
                    <a:pt x="1031" y="9632"/>
                  </a:lnTo>
                  <a:lnTo>
                    <a:pt x="968" y="9821"/>
                  </a:lnTo>
                  <a:lnTo>
                    <a:pt x="918" y="9997"/>
                  </a:lnTo>
                  <a:lnTo>
                    <a:pt x="968" y="10336"/>
                  </a:lnTo>
                  <a:lnTo>
                    <a:pt x="1157" y="10839"/>
                  </a:lnTo>
                  <a:lnTo>
                    <a:pt x="1207" y="11141"/>
                  </a:lnTo>
                  <a:lnTo>
                    <a:pt x="1207" y="11279"/>
                  </a:lnTo>
                  <a:lnTo>
                    <a:pt x="1144" y="11493"/>
                  </a:lnTo>
                  <a:lnTo>
                    <a:pt x="1006" y="11644"/>
                  </a:lnTo>
                  <a:lnTo>
                    <a:pt x="792" y="11757"/>
                  </a:lnTo>
                  <a:lnTo>
                    <a:pt x="667" y="11795"/>
                  </a:lnTo>
                  <a:lnTo>
                    <a:pt x="528" y="11832"/>
                  </a:lnTo>
                  <a:lnTo>
                    <a:pt x="377" y="11958"/>
                  </a:lnTo>
                  <a:lnTo>
                    <a:pt x="264" y="12285"/>
                  </a:lnTo>
                  <a:lnTo>
                    <a:pt x="214" y="12612"/>
                  </a:lnTo>
                  <a:lnTo>
                    <a:pt x="201" y="12700"/>
                  </a:lnTo>
                  <a:lnTo>
                    <a:pt x="226" y="12801"/>
                  </a:lnTo>
                  <a:lnTo>
                    <a:pt x="352" y="12838"/>
                  </a:lnTo>
                  <a:lnTo>
                    <a:pt x="579" y="12813"/>
                  </a:lnTo>
                  <a:lnTo>
                    <a:pt x="704" y="12813"/>
                  </a:lnTo>
                  <a:lnTo>
                    <a:pt x="729" y="12876"/>
                  </a:lnTo>
                  <a:lnTo>
                    <a:pt x="729" y="12926"/>
                  </a:lnTo>
                  <a:lnTo>
                    <a:pt x="654" y="13127"/>
                  </a:lnTo>
                  <a:lnTo>
                    <a:pt x="491" y="13404"/>
                  </a:lnTo>
                  <a:lnTo>
                    <a:pt x="403" y="13618"/>
                  </a:lnTo>
                  <a:lnTo>
                    <a:pt x="365" y="13744"/>
                  </a:lnTo>
                  <a:lnTo>
                    <a:pt x="403" y="13970"/>
                  </a:lnTo>
                  <a:lnTo>
                    <a:pt x="541" y="14246"/>
                  </a:lnTo>
                  <a:lnTo>
                    <a:pt x="579" y="14360"/>
                  </a:lnTo>
                  <a:lnTo>
                    <a:pt x="616" y="14485"/>
                  </a:lnTo>
                  <a:lnTo>
                    <a:pt x="641" y="14724"/>
                  </a:lnTo>
                  <a:lnTo>
                    <a:pt x="503" y="14875"/>
                  </a:lnTo>
                  <a:lnTo>
                    <a:pt x="352" y="14925"/>
                  </a:lnTo>
                  <a:lnTo>
                    <a:pt x="201" y="14976"/>
                  </a:lnTo>
                  <a:lnTo>
                    <a:pt x="88" y="15064"/>
                  </a:lnTo>
                  <a:lnTo>
                    <a:pt x="101" y="15265"/>
                  </a:lnTo>
                  <a:lnTo>
                    <a:pt x="25" y="15554"/>
                  </a:lnTo>
                  <a:lnTo>
                    <a:pt x="0" y="15630"/>
                  </a:lnTo>
                  <a:lnTo>
                    <a:pt x="25" y="15768"/>
                  </a:lnTo>
                  <a:lnTo>
                    <a:pt x="138" y="15906"/>
                  </a:lnTo>
                  <a:lnTo>
                    <a:pt x="390" y="16044"/>
                  </a:lnTo>
                  <a:lnTo>
                    <a:pt x="541" y="16170"/>
                  </a:lnTo>
                  <a:lnTo>
                    <a:pt x="579" y="16283"/>
                  </a:lnTo>
                  <a:lnTo>
                    <a:pt x="566" y="16346"/>
                  </a:lnTo>
                  <a:lnTo>
                    <a:pt x="553" y="16497"/>
                  </a:lnTo>
                  <a:lnTo>
                    <a:pt x="667" y="16711"/>
                  </a:lnTo>
                  <a:lnTo>
                    <a:pt x="843" y="16887"/>
                  </a:lnTo>
                  <a:lnTo>
                    <a:pt x="931" y="17088"/>
                  </a:lnTo>
                  <a:lnTo>
                    <a:pt x="880" y="17226"/>
                  </a:lnTo>
                  <a:lnTo>
                    <a:pt x="830" y="17340"/>
                  </a:lnTo>
                  <a:lnTo>
                    <a:pt x="868" y="17465"/>
                  </a:lnTo>
                  <a:lnTo>
                    <a:pt x="968" y="17503"/>
                  </a:lnTo>
                  <a:lnTo>
                    <a:pt x="1081" y="17553"/>
                  </a:lnTo>
                  <a:lnTo>
                    <a:pt x="1119" y="17616"/>
                  </a:lnTo>
                  <a:lnTo>
                    <a:pt x="1119" y="17742"/>
                  </a:lnTo>
                  <a:lnTo>
                    <a:pt x="1069" y="17880"/>
                  </a:lnTo>
                  <a:lnTo>
                    <a:pt x="1069" y="17993"/>
                  </a:lnTo>
                  <a:lnTo>
                    <a:pt x="1119" y="18056"/>
                  </a:lnTo>
                  <a:lnTo>
                    <a:pt x="1207" y="18157"/>
                  </a:lnTo>
                  <a:lnTo>
                    <a:pt x="1773" y="18534"/>
                  </a:lnTo>
                  <a:lnTo>
                    <a:pt x="2766" y="19075"/>
                  </a:lnTo>
                  <a:lnTo>
                    <a:pt x="4149" y="19741"/>
                  </a:lnTo>
                  <a:lnTo>
                    <a:pt x="4992" y="20093"/>
                  </a:lnTo>
                  <a:lnTo>
                    <a:pt x="5457" y="20282"/>
                  </a:lnTo>
                  <a:lnTo>
                    <a:pt x="6740" y="20684"/>
                  </a:lnTo>
                  <a:lnTo>
                    <a:pt x="9129" y="21338"/>
                  </a:lnTo>
                  <a:lnTo>
                    <a:pt x="14070" y="22470"/>
                  </a:lnTo>
                  <a:lnTo>
                    <a:pt x="15340" y="22708"/>
                  </a:lnTo>
                  <a:lnTo>
                    <a:pt x="15692" y="22734"/>
                  </a:lnTo>
                  <a:lnTo>
                    <a:pt x="16044" y="22809"/>
                  </a:lnTo>
                  <a:lnTo>
                    <a:pt x="16233" y="22922"/>
                  </a:lnTo>
                  <a:lnTo>
                    <a:pt x="16308" y="23023"/>
                  </a:lnTo>
                  <a:lnTo>
                    <a:pt x="16371" y="23111"/>
                  </a:lnTo>
                  <a:lnTo>
                    <a:pt x="16484" y="23211"/>
                  </a:lnTo>
                  <a:lnTo>
                    <a:pt x="16660" y="23237"/>
                  </a:lnTo>
                  <a:lnTo>
                    <a:pt x="16874" y="23262"/>
                  </a:lnTo>
                  <a:lnTo>
                    <a:pt x="17100" y="23325"/>
                  </a:lnTo>
                  <a:lnTo>
                    <a:pt x="17326" y="23450"/>
                  </a:lnTo>
                  <a:lnTo>
                    <a:pt x="17553" y="23488"/>
                  </a:lnTo>
                  <a:lnTo>
                    <a:pt x="17704" y="23475"/>
                  </a:lnTo>
                  <a:lnTo>
                    <a:pt x="17867" y="23450"/>
                  </a:lnTo>
                  <a:lnTo>
                    <a:pt x="18119" y="23475"/>
                  </a:lnTo>
                  <a:lnTo>
                    <a:pt x="18458" y="23576"/>
                  </a:lnTo>
                  <a:lnTo>
                    <a:pt x="18697" y="23626"/>
                  </a:lnTo>
                  <a:lnTo>
                    <a:pt x="18961" y="23639"/>
                  </a:lnTo>
                  <a:lnTo>
                    <a:pt x="19363" y="23501"/>
                  </a:lnTo>
                  <a:lnTo>
                    <a:pt x="19539" y="23475"/>
                  </a:lnTo>
                  <a:lnTo>
                    <a:pt x="19766" y="23501"/>
                  </a:lnTo>
                  <a:lnTo>
                    <a:pt x="20520" y="23777"/>
                  </a:lnTo>
                  <a:lnTo>
                    <a:pt x="20860" y="23978"/>
                  </a:lnTo>
                  <a:lnTo>
                    <a:pt x="21564" y="24431"/>
                  </a:lnTo>
                  <a:lnTo>
                    <a:pt x="21853" y="24607"/>
                  </a:lnTo>
                  <a:lnTo>
                    <a:pt x="21916" y="24632"/>
                  </a:lnTo>
                  <a:lnTo>
                    <a:pt x="21966" y="24708"/>
                  </a:lnTo>
                  <a:lnTo>
                    <a:pt x="21991" y="24808"/>
                  </a:lnTo>
                  <a:lnTo>
                    <a:pt x="22067" y="24921"/>
                  </a:lnTo>
                  <a:lnTo>
                    <a:pt x="22155" y="24959"/>
                  </a:lnTo>
                  <a:lnTo>
                    <a:pt x="22318" y="25047"/>
                  </a:lnTo>
                  <a:lnTo>
                    <a:pt x="22419" y="25223"/>
                  </a:lnTo>
                  <a:lnTo>
                    <a:pt x="22444" y="25324"/>
                  </a:lnTo>
                  <a:lnTo>
                    <a:pt x="22519" y="25437"/>
                  </a:lnTo>
                  <a:lnTo>
                    <a:pt x="22934" y="25915"/>
                  </a:lnTo>
                  <a:lnTo>
                    <a:pt x="23135" y="26191"/>
                  </a:lnTo>
                  <a:lnTo>
                    <a:pt x="23211" y="26355"/>
                  </a:lnTo>
                  <a:lnTo>
                    <a:pt x="23311" y="26807"/>
                  </a:lnTo>
                  <a:lnTo>
                    <a:pt x="23337" y="27310"/>
                  </a:lnTo>
                  <a:lnTo>
                    <a:pt x="23286" y="27725"/>
                  </a:lnTo>
                  <a:lnTo>
                    <a:pt x="23223" y="27838"/>
                  </a:lnTo>
                  <a:lnTo>
                    <a:pt x="23085" y="28027"/>
                  </a:lnTo>
                  <a:lnTo>
                    <a:pt x="22897" y="28329"/>
                  </a:lnTo>
                  <a:lnTo>
                    <a:pt x="22871" y="28429"/>
                  </a:lnTo>
                  <a:lnTo>
                    <a:pt x="22859" y="28543"/>
                  </a:lnTo>
                  <a:lnTo>
                    <a:pt x="22871" y="28706"/>
                  </a:lnTo>
                  <a:lnTo>
                    <a:pt x="23035" y="28794"/>
                  </a:lnTo>
                  <a:lnTo>
                    <a:pt x="23337" y="28781"/>
                  </a:lnTo>
                  <a:lnTo>
                    <a:pt x="23500" y="28769"/>
                  </a:lnTo>
                  <a:lnTo>
                    <a:pt x="23739" y="28693"/>
                  </a:lnTo>
                  <a:lnTo>
                    <a:pt x="23940" y="28480"/>
                  </a:lnTo>
                  <a:lnTo>
                    <a:pt x="24041" y="28316"/>
                  </a:lnTo>
                  <a:lnTo>
                    <a:pt x="24091" y="28241"/>
                  </a:lnTo>
                  <a:lnTo>
                    <a:pt x="24192" y="28153"/>
                  </a:lnTo>
                  <a:lnTo>
                    <a:pt x="24418" y="28090"/>
                  </a:lnTo>
                  <a:lnTo>
                    <a:pt x="24783" y="28027"/>
                  </a:lnTo>
                  <a:lnTo>
                    <a:pt x="24996" y="27989"/>
                  </a:lnTo>
                  <a:lnTo>
                    <a:pt x="25311" y="27864"/>
                  </a:lnTo>
                  <a:lnTo>
                    <a:pt x="25512" y="27700"/>
                  </a:lnTo>
                  <a:lnTo>
                    <a:pt x="25575" y="27524"/>
                  </a:lnTo>
                  <a:lnTo>
                    <a:pt x="25550" y="27424"/>
                  </a:lnTo>
                  <a:lnTo>
                    <a:pt x="25462" y="27247"/>
                  </a:lnTo>
                  <a:lnTo>
                    <a:pt x="25462" y="27009"/>
                  </a:lnTo>
                  <a:lnTo>
                    <a:pt x="25575" y="26870"/>
                  </a:lnTo>
                  <a:lnTo>
                    <a:pt x="25688" y="26807"/>
                  </a:lnTo>
                  <a:lnTo>
                    <a:pt x="25964" y="26719"/>
                  </a:lnTo>
                  <a:lnTo>
                    <a:pt x="26493" y="26657"/>
                  </a:lnTo>
                  <a:lnTo>
                    <a:pt x="26706" y="26569"/>
                  </a:lnTo>
                  <a:lnTo>
                    <a:pt x="26794" y="26480"/>
                  </a:lnTo>
                  <a:lnTo>
                    <a:pt x="26819" y="26405"/>
                  </a:lnTo>
                  <a:lnTo>
                    <a:pt x="26920" y="26141"/>
                  </a:lnTo>
                  <a:lnTo>
                    <a:pt x="27285" y="25613"/>
                  </a:lnTo>
                  <a:lnTo>
                    <a:pt x="27536" y="25299"/>
                  </a:lnTo>
                  <a:lnTo>
                    <a:pt x="27662" y="25160"/>
                  </a:lnTo>
                  <a:lnTo>
                    <a:pt x="27938" y="24997"/>
                  </a:lnTo>
                  <a:lnTo>
                    <a:pt x="28391" y="24921"/>
                  </a:lnTo>
                  <a:lnTo>
                    <a:pt x="28768" y="24884"/>
                  </a:lnTo>
                  <a:lnTo>
                    <a:pt x="28957" y="24859"/>
                  </a:lnTo>
                  <a:lnTo>
                    <a:pt x="29208" y="24720"/>
                  </a:lnTo>
                  <a:lnTo>
                    <a:pt x="29435" y="24494"/>
                  </a:lnTo>
                  <a:lnTo>
                    <a:pt x="29611" y="24406"/>
                  </a:lnTo>
                  <a:lnTo>
                    <a:pt x="29711" y="24368"/>
                  </a:lnTo>
                  <a:lnTo>
                    <a:pt x="29799" y="24293"/>
                  </a:lnTo>
                  <a:lnTo>
                    <a:pt x="29875" y="24142"/>
                  </a:lnTo>
                  <a:lnTo>
                    <a:pt x="30026" y="24041"/>
                  </a:lnTo>
                  <a:lnTo>
                    <a:pt x="30076" y="24016"/>
                  </a:lnTo>
                  <a:lnTo>
                    <a:pt x="30126" y="23903"/>
                  </a:lnTo>
                  <a:lnTo>
                    <a:pt x="30164" y="23639"/>
                  </a:lnTo>
                  <a:lnTo>
                    <a:pt x="30114" y="22998"/>
                  </a:lnTo>
                  <a:lnTo>
                    <a:pt x="30126" y="22734"/>
                  </a:lnTo>
                  <a:lnTo>
                    <a:pt x="30177" y="22583"/>
                  </a:lnTo>
                  <a:lnTo>
                    <a:pt x="30403" y="22407"/>
                  </a:lnTo>
                  <a:lnTo>
                    <a:pt x="30541" y="22281"/>
                  </a:lnTo>
                  <a:lnTo>
                    <a:pt x="30604" y="22205"/>
                  </a:lnTo>
                  <a:lnTo>
                    <a:pt x="30755" y="22143"/>
                  </a:lnTo>
                  <a:lnTo>
                    <a:pt x="30981" y="22143"/>
                  </a:lnTo>
                  <a:lnTo>
                    <a:pt x="31157" y="22193"/>
                  </a:lnTo>
                  <a:lnTo>
                    <a:pt x="31245" y="22243"/>
                  </a:lnTo>
                  <a:lnTo>
                    <a:pt x="31321" y="22470"/>
                  </a:lnTo>
                  <a:lnTo>
                    <a:pt x="31371" y="22746"/>
                  </a:lnTo>
                  <a:lnTo>
                    <a:pt x="31446" y="22972"/>
                  </a:lnTo>
                  <a:lnTo>
                    <a:pt x="31522" y="23035"/>
                  </a:lnTo>
                  <a:lnTo>
                    <a:pt x="31610" y="23073"/>
                  </a:lnTo>
                  <a:lnTo>
                    <a:pt x="31698" y="23224"/>
                  </a:lnTo>
                  <a:lnTo>
                    <a:pt x="31773" y="23387"/>
                  </a:lnTo>
                  <a:lnTo>
                    <a:pt x="31899" y="23501"/>
                  </a:lnTo>
                  <a:lnTo>
                    <a:pt x="32000" y="23538"/>
                  </a:lnTo>
                  <a:lnTo>
                    <a:pt x="32100" y="23538"/>
                  </a:lnTo>
                  <a:lnTo>
                    <a:pt x="32301" y="23413"/>
                  </a:lnTo>
                  <a:lnTo>
                    <a:pt x="32628" y="23111"/>
                  </a:lnTo>
                  <a:lnTo>
                    <a:pt x="32892" y="22947"/>
                  </a:lnTo>
                  <a:lnTo>
                    <a:pt x="33018" y="22872"/>
                  </a:lnTo>
                  <a:lnTo>
                    <a:pt x="33119" y="22708"/>
                  </a:lnTo>
                  <a:lnTo>
                    <a:pt x="33131" y="22482"/>
                  </a:lnTo>
                  <a:lnTo>
                    <a:pt x="33169" y="22419"/>
                  </a:lnTo>
                  <a:lnTo>
                    <a:pt x="33245" y="22457"/>
                  </a:lnTo>
                  <a:lnTo>
                    <a:pt x="33408" y="22620"/>
                  </a:lnTo>
                  <a:lnTo>
                    <a:pt x="33597" y="22696"/>
                  </a:lnTo>
                  <a:lnTo>
                    <a:pt x="33735" y="22708"/>
                  </a:lnTo>
                  <a:lnTo>
                    <a:pt x="33861" y="22721"/>
                  </a:lnTo>
                  <a:lnTo>
                    <a:pt x="33961" y="22796"/>
                  </a:lnTo>
                  <a:lnTo>
                    <a:pt x="33886" y="22985"/>
                  </a:lnTo>
                  <a:lnTo>
                    <a:pt x="33747" y="23136"/>
                  </a:lnTo>
                  <a:lnTo>
                    <a:pt x="33534" y="23325"/>
                  </a:lnTo>
                  <a:lnTo>
                    <a:pt x="33245" y="23563"/>
                  </a:lnTo>
                  <a:lnTo>
                    <a:pt x="33081" y="23739"/>
                  </a:lnTo>
                  <a:lnTo>
                    <a:pt x="32980" y="24016"/>
                  </a:lnTo>
                  <a:lnTo>
                    <a:pt x="33006" y="24205"/>
                  </a:lnTo>
                  <a:lnTo>
                    <a:pt x="33043" y="24305"/>
                  </a:lnTo>
                  <a:lnTo>
                    <a:pt x="33081" y="24393"/>
                  </a:lnTo>
                  <a:lnTo>
                    <a:pt x="33194" y="24481"/>
                  </a:lnTo>
                  <a:lnTo>
                    <a:pt x="33320" y="24456"/>
                  </a:lnTo>
                  <a:lnTo>
                    <a:pt x="33471" y="24305"/>
                  </a:lnTo>
                  <a:lnTo>
                    <a:pt x="33546" y="24192"/>
                  </a:lnTo>
                  <a:lnTo>
                    <a:pt x="33647" y="23941"/>
                  </a:lnTo>
                  <a:lnTo>
                    <a:pt x="33747" y="23614"/>
                  </a:lnTo>
                  <a:lnTo>
                    <a:pt x="33911" y="23463"/>
                  </a:lnTo>
                  <a:lnTo>
                    <a:pt x="34062" y="23413"/>
                  </a:lnTo>
                  <a:lnTo>
                    <a:pt x="34225" y="23362"/>
                  </a:lnTo>
                  <a:lnTo>
                    <a:pt x="34414" y="23186"/>
                  </a:lnTo>
                  <a:lnTo>
                    <a:pt x="34540" y="22935"/>
                  </a:lnTo>
                  <a:lnTo>
                    <a:pt x="34703" y="22658"/>
                  </a:lnTo>
                  <a:lnTo>
                    <a:pt x="34829" y="22545"/>
                  </a:lnTo>
                  <a:lnTo>
                    <a:pt x="35068" y="22369"/>
                  </a:lnTo>
                  <a:lnTo>
                    <a:pt x="35156" y="22268"/>
                  </a:lnTo>
                  <a:lnTo>
                    <a:pt x="35080" y="22155"/>
                  </a:lnTo>
                  <a:lnTo>
                    <a:pt x="35030" y="22080"/>
                  </a:lnTo>
                  <a:lnTo>
                    <a:pt x="34904" y="22067"/>
                  </a:lnTo>
                  <a:lnTo>
                    <a:pt x="34665" y="22193"/>
                  </a:lnTo>
                  <a:lnTo>
                    <a:pt x="34452" y="22294"/>
                  </a:lnTo>
                  <a:lnTo>
                    <a:pt x="34162" y="22407"/>
                  </a:lnTo>
                  <a:lnTo>
                    <a:pt x="33999" y="22407"/>
                  </a:lnTo>
                  <a:lnTo>
                    <a:pt x="33773" y="22444"/>
                  </a:lnTo>
                  <a:lnTo>
                    <a:pt x="33584" y="22495"/>
                  </a:lnTo>
                  <a:lnTo>
                    <a:pt x="33483" y="22520"/>
                  </a:lnTo>
                  <a:lnTo>
                    <a:pt x="33370" y="22532"/>
                  </a:lnTo>
                  <a:lnTo>
                    <a:pt x="33358" y="22507"/>
                  </a:lnTo>
                  <a:lnTo>
                    <a:pt x="33383" y="22470"/>
                  </a:lnTo>
                  <a:lnTo>
                    <a:pt x="33408" y="22444"/>
                  </a:lnTo>
                  <a:lnTo>
                    <a:pt x="33358" y="22382"/>
                  </a:lnTo>
                  <a:lnTo>
                    <a:pt x="33144" y="22268"/>
                  </a:lnTo>
                  <a:lnTo>
                    <a:pt x="33018" y="22130"/>
                  </a:lnTo>
                  <a:lnTo>
                    <a:pt x="32892" y="21992"/>
                  </a:lnTo>
                  <a:lnTo>
                    <a:pt x="32528" y="21803"/>
                  </a:lnTo>
                  <a:lnTo>
                    <a:pt x="32440" y="21753"/>
                  </a:lnTo>
                  <a:lnTo>
                    <a:pt x="32427" y="21652"/>
                  </a:lnTo>
                  <a:lnTo>
                    <a:pt x="32465" y="21300"/>
                  </a:lnTo>
                  <a:lnTo>
                    <a:pt x="32440" y="21187"/>
                  </a:lnTo>
                  <a:lnTo>
                    <a:pt x="32415" y="21162"/>
                  </a:lnTo>
                  <a:lnTo>
                    <a:pt x="32289" y="21200"/>
                  </a:lnTo>
                  <a:lnTo>
                    <a:pt x="32063" y="21313"/>
                  </a:lnTo>
                  <a:lnTo>
                    <a:pt x="31937" y="21338"/>
                  </a:lnTo>
                  <a:lnTo>
                    <a:pt x="31824" y="21300"/>
                  </a:lnTo>
                  <a:lnTo>
                    <a:pt x="31736" y="21200"/>
                  </a:lnTo>
                  <a:lnTo>
                    <a:pt x="31773" y="21149"/>
                  </a:lnTo>
                  <a:lnTo>
                    <a:pt x="31912" y="21149"/>
                  </a:lnTo>
                  <a:lnTo>
                    <a:pt x="32063" y="21112"/>
                  </a:lnTo>
                  <a:lnTo>
                    <a:pt x="32239" y="20936"/>
                  </a:lnTo>
                  <a:lnTo>
                    <a:pt x="32301" y="20772"/>
                  </a:lnTo>
                  <a:lnTo>
                    <a:pt x="32364" y="20596"/>
                  </a:lnTo>
                  <a:lnTo>
                    <a:pt x="32503" y="20382"/>
                  </a:lnTo>
                  <a:lnTo>
                    <a:pt x="32503" y="20206"/>
                  </a:lnTo>
                  <a:lnTo>
                    <a:pt x="32452" y="20106"/>
                  </a:lnTo>
                  <a:lnTo>
                    <a:pt x="32377" y="20018"/>
                  </a:lnTo>
                  <a:lnTo>
                    <a:pt x="32163" y="19930"/>
                  </a:lnTo>
                  <a:lnTo>
                    <a:pt x="31912" y="19942"/>
                  </a:lnTo>
                  <a:lnTo>
                    <a:pt x="31660" y="20043"/>
                  </a:lnTo>
                  <a:lnTo>
                    <a:pt x="31535" y="20106"/>
                  </a:lnTo>
                  <a:lnTo>
                    <a:pt x="31270" y="20294"/>
                  </a:lnTo>
                  <a:lnTo>
                    <a:pt x="30554" y="20998"/>
                  </a:lnTo>
                  <a:lnTo>
                    <a:pt x="30239" y="21413"/>
                  </a:lnTo>
                  <a:lnTo>
                    <a:pt x="30114" y="21627"/>
                  </a:lnTo>
                  <a:lnTo>
                    <a:pt x="29900" y="22130"/>
                  </a:lnTo>
                  <a:lnTo>
                    <a:pt x="29724" y="22620"/>
                  </a:lnTo>
                  <a:lnTo>
                    <a:pt x="29573" y="22947"/>
                  </a:lnTo>
                  <a:lnTo>
                    <a:pt x="29498" y="23010"/>
                  </a:lnTo>
                  <a:lnTo>
                    <a:pt x="29460" y="23023"/>
                  </a:lnTo>
                  <a:lnTo>
                    <a:pt x="29422" y="22947"/>
                  </a:lnTo>
                  <a:lnTo>
                    <a:pt x="29435" y="22708"/>
                  </a:lnTo>
                  <a:lnTo>
                    <a:pt x="29598" y="22017"/>
                  </a:lnTo>
                  <a:lnTo>
                    <a:pt x="29724" y="21753"/>
                  </a:lnTo>
                  <a:lnTo>
                    <a:pt x="29837" y="21514"/>
                  </a:lnTo>
                  <a:lnTo>
                    <a:pt x="29900" y="21275"/>
                  </a:lnTo>
                  <a:lnTo>
                    <a:pt x="29988" y="21074"/>
                  </a:lnTo>
                  <a:lnTo>
                    <a:pt x="30390" y="20508"/>
                  </a:lnTo>
                  <a:lnTo>
                    <a:pt x="30579" y="20357"/>
                  </a:lnTo>
                  <a:lnTo>
                    <a:pt x="30642" y="20307"/>
                  </a:lnTo>
                  <a:lnTo>
                    <a:pt x="30692" y="20181"/>
                  </a:lnTo>
                  <a:lnTo>
                    <a:pt x="30667" y="19955"/>
                  </a:lnTo>
                  <a:lnTo>
                    <a:pt x="30717" y="19754"/>
                  </a:lnTo>
                  <a:lnTo>
                    <a:pt x="30805" y="19628"/>
                  </a:lnTo>
                  <a:lnTo>
                    <a:pt x="31446" y="19238"/>
                  </a:lnTo>
                  <a:lnTo>
                    <a:pt x="32792" y="18597"/>
                  </a:lnTo>
                  <a:lnTo>
                    <a:pt x="33395" y="18358"/>
                  </a:lnTo>
                  <a:lnTo>
                    <a:pt x="33760" y="18232"/>
                  </a:lnTo>
                  <a:lnTo>
                    <a:pt x="34062" y="17993"/>
                  </a:lnTo>
                  <a:lnTo>
                    <a:pt x="34200" y="17679"/>
                  </a:lnTo>
                  <a:lnTo>
                    <a:pt x="34250" y="17428"/>
                  </a:lnTo>
                  <a:lnTo>
                    <a:pt x="34313" y="17176"/>
                  </a:lnTo>
                  <a:lnTo>
                    <a:pt x="34439" y="16912"/>
                  </a:lnTo>
                  <a:lnTo>
                    <a:pt x="34640" y="16749"/>
                  </a:lnTo>
                  <a:lnTo>
                    <a:pt x="34791" y="16560"/>
                  </a:lnTo>
                  <a:lnTo>
                    <a:pt x="34942" y="16321"/>
                  </a:lnTo>
                  <a:lnTo>
                    <a:pt x="35105" y="15919"/>
                  </a:lnTo>
                  <a:lnTo>
                    <a:pt x="35131" y="15780"/>
                  </a:lnTo>
                  <a:lnTo>
                    <a:pt x="35143" y="15630"/>
                  </a:lnTo>
                  <a:lnTo>
                    <a:pt x="35080" y="15441"/>
                  </a:lnTo>
                  <a:lnTo>
                    <a:pt x="34992" y="15366"/>
                  </a:lnTo>
                  <a:lnTo>
                    <a:pt x="34929" y="15353"/>
                  </a:lnTo>
                  <a:lnTo>
                    <a:pt x="34816" y="15340"/>
                  </a:lnTo>
                  <a:lnTo>
                    <a:pt x="34728" y="15177"/>
                  </a:lnTo>
                  <a:lnTo>
                    <a:pt x="34728" y="14976"/>
                  </a:lnTo>
                  <a:lnTo>
                    <a:pt x="34716" y="14875"/>
                  </a:lnTo>
                  <a:lnTo>
                    <a:pt x="34665" y="14800"/>
                  </a:lnTo>
                  <a:lnTo>
                    <a:pt x="34565" y="14812"/>
                  </a:lnTo>
                  <a:lnTo>
                    <a:pt x="34452" y="14800"/>
                  </a:lnTo>
                  <a:lnTo>
                    <a:pt x="34414" y="14749"/>
                  </a:lnTo>
                  <a:lnTo>
                    <a:pt x="34364" y="14699"/>
                  </a:lnTo>
                  <a:lnTo>
                    <a:pt x="34250" y="14687"/>
                  </a:lnTo>
                  <a:lnTo>
                    <a:pt x="34074" y="14775"/>
                  </a:lnTo>
                  <a:lnTo>
                    <a:pt x="33986" y="14850"/>
                  </a:lnTo>
                  <a:lnTo>
                    <a:pt x="33949" y="14875"/>
                  </a:lnTo>
                  <a:lnTo>
                    <a:pt x="33898" y="14875"/>
                  </a:lnTo>
                  <a:lnTo>
                    <a:pt x="33861" y="14775"/>
                  </a:lnTo>
                  <a:lnTo>
                    <a:pt x="33823" y="14636"/>
                  </a:lnTo>
                  <a:lnTo>
                    <a:pt x="33785" y="14573"/>
                  </a:lnTo>
                  <a:lnTo>
                    <a:pt x="33710" y="14586"/>
                  </a:lnTo>
                  <a:lnTo>
                    <a:pt x="33521" y="14749"/>
                  </a:lnTo>
                  <a:lnTo>
                    <a:pt x="33358" y="14863"/>
                  </a:lnTo>
                  <a:lnTo>
                    <a:pt x="33270" y="14913"/>
                  </a:lnTo>
                  <a:lnTo>
                    <a:pt x="33156" y="15152"/>
                  </a:lnTo>
                  <a:lnTo>
                    <a:pt x="33043" y="15630"/>
                  </a:lnTo>
                  <a:lnTo>
                    <a:pt x="33006" y="15843"/>
                  </a:lnTo>
                  <a:lnTo>
                    <a:pt x="32980" y="15919"/>
                  </a:lnTo>
                  <a:lnTo>
                    <a:pt x="32880" y="15956"/>
                  </a:lnTo>
                  <a:lnTo>
                    <a:pt x="32754" y="15894"/>
                  </a:lnTo>
                  <a:lnTo>
                    <a:pt x="32666" y="15780"/>
                  </a:lnTo>
                  <a:lnTo>
                    <a:pt x="32654" y="15705"/>
                  </a:lnTo>
                  <a:lnTo>
                    <a:pt x="32641" y="15630"/>
                  </a:lnTo>
                  <a:lnTo>
                    <a:pt x="32515" y="15554"/>
                  </a:lnTo>
                  <a:lnTo>
                    <a:pt x="32402" y="15504"/>
                  </a:lnTo>
                  <a:lnTo>
                    <a:pt x="32415" y="15454"/>
                  </a:lnTo>
                  <a:lnTo>
                    <a:pt x="32528" y="15416"/>
                  </a:lnTo>
                  <a:lnTo>
                    <a:pt x="32641" y="15378"/>
                  </a:lnTo>
                  <a:lnTo>
                    <a:pt x="32754" y="15290"/>
                  </a:lnTo>
                  <a:lnTo>
                    <a:pt x="32779" y="15127"/>
                  </a:lnTo>
                  <a:lnTo>
                    <a:pt x="32842" y="14976"/>
                  </a:lnTo>
                  <a:lnTo>
                    <a:pt x="32968" y="14825"/>
                  </a:lnTo>
                  <a:lnTo>
                    <a:pt x="33270" y="14599"/>
                  </a:lnTo>
                  <a:lnTo>
                    <a:pt x="33421" y="14435"/>
                  </a:lnTo>
                  <a:lnTo>
                    <a:pt x="33446" y="14360"/>
                  </a:lnTo>
                  <a:lnTo>
                    <a:pt x="33433" y="14284"/>
                  </a:lnTo>
                  <a:lnTo>
                    <a:pt x="33320" y="14246"/>
                  </a:lnTo>
                  <a:lnTo>
                    <a:pt x="33031" y="14322"/>
                  </a:lnTo>
                  <a:lnTo>
                    <a:pt x="32892" y="14397"/>
                  </a:lnTo>
                  <a:lnTo>
                    <a:pt x="32792" y="14410"/>
                  </a:lnTo>
                  <a:lnTo>
                    <a:pt x="32666" y="14360"/>
                  </a:lnTo>
                  <a:lnTo>
                    <a:pt x="32603" y="14435"/>
                  </a:lnTo>
                  <a:lnTo>
                    <a:pt x="32591" y="14548"/>
                  </a:lnTo>
                  <a:lnTo>
                    <a:pt x="32566" y="14649"/>
                  </a:lnTo>
                  <a:lnTo>
                    <a:pt x="32490" y="14661"/>
                  </a:lnTo>
                  <a:lnTo>
                    <a:pt x="32402" y="14561"/>
                  </a:lnTo>
                  <a:lnTo>
                    <a:pt x="32289" y="14485"/>
                  </a:lnTo>
                  <a:lnTo>
                    <a:pt x="32251" y="14498"/>
                  </a:lnTo>
                  <a:lnTo>
                    <a:pt x="32151" y="14548"/>
                  </a:lnTo>
                  <a:lnTo>
                    <a:pt x="32012" y="14561"/>
                  </a:lnTo>
                  <a:lnTo>
                    <a:pt x="31949" y="14473"/>
                  </a:lnTo>
                  <a:lnTo>
                    <a:pt x="31949" y="14397"/>
                  </a:lnTo>
                  <a:lnTo>
                    <a:pt x="31937" y="14334"/>
                  </a:lnTo>
                  <a:lnTo>
                    <a:pt x="31824" y="14259"/>
                  </a:lnTo>
                  <a:lnTo>
                    <a:pt x="31635" y="14234"/>
                  </a:lnTo>
                  <a:lnTo>
                    <a:pt x="31472" y="14146"/>
                  </a:lnTo>
                  <a:lnTo>
                    <a:pt x="31409" y="14045"/>
                  </a:lnTo>
                  <a:lnTo>
                    <a:pt x="31346" y="13945"/>
                  </a:lnTo>
                  <a:lnTo>
                    <a:pt x="31208" y="13882"/>
                  </a:lnTo>
                  <a:lnTo>
                    <a:pt x="30969" y="13894"/>
                  </a:lnTo>
                  <a:lnTo>
                    <a:pt x="30856" y="13832"/>
                  </a:lnTo>
                  <a:lnTo>
                    <a:pt x="30793" y="13744"/>
                  </a:lnTo>
                  <a:lnTo>
                    <a:pt x="30780" y="13517"/>
                  </a:lnTo>
                  <a:lnTo>
                    <a:pt x="30755" y="13329"/>
                  </a:lnTo>
                  <a:lnTo>
                    <a:pt x="30717" y="13241"/>
                  </a:lnTo>
                  <a:lnTo>
                    <a:pt x="30554" y="13165"/>
                  </a:lnTo>
                  <a:lnTo>
                    <a:pt x="30353" y="13140"/>
                  </a:lnTo>
                  <a:lnTo>
                    <a:pt x="30202" y="13039"/>
                  </a:lnTo>
                  <a:lnTo>
                    <a:pt x="30177" y="12926"/>
                  </a:lnTo>
                  <a:lnTo>
                    <a:pt x="30164" y="12813"/>
                  </a:lnTo>
                  <a:lnTo>
                    <a:pt x="30001" y="12700"/>
                  </a:lnTo>
                  <a:lnTo>
                    <a:pt x="29812" y="12650"/>
                  </a:lnTo>
                  <a:lnTo>
                    <a:pt x="29674" y="12612"/>
                  </a:lnTo>
                  <a:lnTo>
                    <a:pt x="29661" y="12549"/>
                  </a:lnTo>
                  <a:lnTo>
                    <a:pt x="29648" y="12423"/>
                  </a:lnTo>
                  <a:lnTo>
                    <a:pt x="29472" y="12260"/>
                  </a:lnTo>
                  <a:lnTo>
                    <a:pt x="29397" y="12247"/>
                  </a:lnTo>
                  <a:lnTo>
                    <a:pt x="29334" y="12210"/>
                  </a:lnTo>
                  <a:lnTo>
                    <a:pt x="29284" y="12008"/>
                  </a:lnTo>
                  <a:lnTo>
                    <a:pt x="29208" y="11895"/>
                  </a:lnTo>
                  <a:lnTo>
                    <a:pt x="29158" y="11883"/>
                  </a:lnTo>
                  <a:lnTo>
                    <a:pt x="29083" y="11858"/>
                  </a:lnTo>
                  <a:lnTo>
                    <a:pt x="28932" y="11669"/>
                  </a:lnTo>
                  <a:lnTo>
                    <a:pt x="28718" y="11304"/>
                  </a:lnTo>
                  <a:lnTo>
                    <a:pt x="28655" y="11241"/>
                  </a:lnTo>
                  <a:lnTo>
                    <a:pt x="28605" y="11329"/>
                  </a:lnTo>
                  <a:lnTo>
                    <a:pt x="28542" y="11832"/>
                  </a:lnTo>
                  <a:lnTo>
                    <a:pt x="28592" y="12084"/>
                  </a:lnTo>
                  <a:lnTo>
                    <a:pt x="28630" y="12197"/>
                  </a:lnTo>
                  <a:lnTo>
                    <a:pt x="28655" y="12398"/>
                  </a:lnTo>
                  <a:lnTo>
                    <a:pt x="28605" y="12574"/>
                  </a:lnTo>
                  <a:lnTo>
                    <a:pt x="28492" y="12700"/>
                  </a:lnTo>
                  <a:lnTo>
                    <a:pt x="28404" y="12725"/>
                  </a:lnTo>
                  <a:lnTo>
                    <a:pt x="28328" y="12750"/>
                  </a:lnTo>
                  <a:lnTo>
                    <a:pt x="28228" y="12863"/>
                  </a:lnTo>
                  <a:lnTo>
                    <a:pt x="28165" y="13102"/>
                  </a:lnTo>
                  <a:lnTo>
                    <a:pt x="28115" y="13266"/>
                  </a:lnTo>
                  <a:lnTo>
                    <a:pt x="28089" y="13329"/>
                  </a:lnTo>
                  <a:lnTo>
                    <a:pt x="27976" y="13354"/>
                  </a:lnTo>
                  <a:lnTo>
                    <a:pt x="27750" y="13228"/>
                  </a:lnTo>
                  <a:lnTo>
                    <a:pt x="27574" y="13102"/>
                  </a:lnTo>
                  <a:lnTo>
                    <a:pt x="27385" y="13002"/>
                  </a:lnTo>
                  <a:lnTo>
                    <a:pt x="27071" y="12901"/>
                  </a:lnTo>
                  <a:lnTo>
                    <a:pt x="26958" y="12763"/>
                  </a:lnTo>
                  <a:lnTo>
                    <a:pt x="26958" y="12662"/>
                  </a:lnTo>
                  <a:lnTo>
                    <a:pt x="26958" y="12562"/>
                  </a:lnTo>
                  <a:lnTo>
                    <a:pt x="26870" y="12436"/>
                  </a:lnTo>
                  <a:lnTo>
                    <a:pt x="26731" y="12335"/>
                  </a:lnTo>
                  <a:lnTo>
                    <a:pt x="26618" y="12210"/>
                  </a:lnTo>
                  <a:lnTo>
                    <a:pt x="26606" y="12109"/>
                  </a:lnTo>
                  <a:lnTo>
                    <a:pt x="26606" y="11920"/>
                  </a:lnTo>
                  <a:lnTo>
                    <a:pt x="26493" y="11694"/>
                  </a:lnTo>
                  <a:lnTo>
                    <a:pt x="26317" y="11556"/>
                  </a:lnTo>
                  <a:lnTo>
                    <a:pt x="26203" y="11505"/>
                  </a:lnTo>
                  <a:lnTo>
                    <a:pt x="25952" y="11518"/>
                  </a:lnTo>
                  <a:lnTo>
                    <a:pt x="25688" y="11581"/>
                  </a:lnTo>
                  <a:lnTo>
                    <a:pt x="25462" y="11518"/>
                  </a:lnTo>
                  <a:lnTo>
                    <a:pt x="25361" y="11380"/>
                  </a:lnTo>
                  <a:lnTo>
                    <a:pt x="25260" y="11229"/>
                  </a:lnTo>
                  <a:lnTo>
                    <a:pt x="24996" y="11015"/>
                  </a:lnTo>
                  <a:lnTo>
                    <a:pt x="24695" y="10914"/>
                  </a:lnTo>
                  <a:lnTo>
                    <a:pt x="24418" y="10952"/>
                  </a:lnTo>
                  <a:lnTo>
                    <a:pt x="24305" y="11015"/>
                  </a:lnTo>
                  <a:lnTo>
                    <a:pt x="24204" y="11078"/>
                  </a:lnTo>
                  <a:lnTo>
                    <a:pt x="23990" y="11065"/>
                  </a:lnTo>
                  <a:lnTo>
                    <a:pt x="23752" y="10990"/>
                  </a:lnTo>
                  <a:lnTo>
                    <a:pt x="23500" y="10952"/>
                  </a:lnTo>
                  <a:lnTo>
                    <a:pt x="23362" y="10977"/>
                  </a:lnTo>
                  <a:lnTo>
                    <a:pt x="23299" y="11003"/>
                  </a:lnTo>
                  <a:lnTo>
                    <a:pt x="23223" y="11091"/>
                  </a:lnTo>
                  <a:lnTo>
                    <a:pt x="23198" y="11254"/>
                  </a:lnTo>
                  <a:lnTo>
                    <a:pt x="23311" y="11656"/>
                  </a:lnTo>
                  <a:lnTo>
                    <a:pt x="23337" y="11832"/>
                  </a:lnTo>
                  <a:lnTo>
                    <a:pt x="23299" y="11958"/>
                  </a:lnTo>
                  <a:lnTo>
                    <a:pt x="23337" y="12335"/>
                  </a:lnTo>
                  <a:lnTo>
                    <a:pt x="23475" y="12675"/>
                  </a:lnTo>
                  <a:lnTo>
                    <a:pt x="23626" y="13014"/>
                  </a:lnTo>
                  <a:lnTo>
                    <a:pt x="23676" y="13303"/>
                  </a:lnTo>
                  <a:lnTo>
                    <a:pt x="23601" y="13442"/>
                  </a:lnTo>
                  <a:lnTo>
                    <a:pt x="23525" y="13517"/>
                  </a:lnTo>
                  <a:lnTo>
                    <a:pt x="23437" y="13593"/>
                  </a:lnTo>
                  <a:lnTo>
                    <a:pt x="23337" y="13781"/>
                  </a:lnTo>
                  <a:lnTo>
                    <a:pt x="23324" y="13995"/>
                  </a:lnTo>
                  <a:lnTo>
                    <a:pt x="23412" y="14184"/>
                  </a:lnTo>
                  <a:lnTo>
                    <a:pt x="23513" y="14259"/>
                  </a:lnTo>
                  <a:lnTo>
                    <a:pt x="23739" y="14422"/>
                  </a:lnTo>
                  <a:lnTo>
                    <a:pt x="24116" y="14749"/>
                  </a:lnTo>
                  <a:lnTo>
                    <a:pt x="24280" y="15001"/>
                  </a:lnTo>
                  <a:lnTo>
                    <a:pt x="24305" y="15152"/>
                  </a:lnTo>
                  <a:lnTo>
                    <a:pt x="24330" y="15277"/>
                  </a:lnTo>
                  <a:lnTo>
                    <a:pt x="24430" y="15466"/>
                  </a:lnTo>
                  <a:lnTo>
                    <a:pt x="24657" y="15680"/>
                  </a:lnTo>
                  <a:lnTo>
                    <a:pt x="24820" y="15868"/>
                  </a:lnTo>
                  <a:lnTo>
                    <a:pt x="24883" y="15969"/>
                  </a:lnTo>
                  <a:lnTo>
                    <a:pt x="24908" y="16095"/>
                  </a:lnTo>
                  <a:lnTo>
                    <a:pt x="24795" y="16170"/>
                  </a:lnTo>
                  <a:lnTo>
                    <a:pt x="24669" y="16183"/>
                  </a:lnTo>
                  <a:lnTo>
                    <a:pt x="24619" y="16208"/>
                  </a:lnTo>
                  <a:lnTo>
                    <a:pt x="24556" y="16334"/>
                  </a:lnTo>
                  <a:lnTo>
                    <a:pt x="24481" y="16522"/>
                  </a:lnTo>
                  <a:lnTo>
                    <a:pt x="24330" y="16749"/>
                  </a:lnTo>
                  <a:lnTo>
                    <a:pt x="24217" y="16862"/>
                  </a:lnTo>
                  <a:lnTo>
                    <a:pt x="23940" y="17088"/>
                  </a:lnTo>
                  <a:lnTo>
                    <a:pt x="23563" y="17415"/>
                  </a:lnTo>
                  <a:lnTo>
                    <a:pt x="23437" y="17578"/>
                  </a:lnTo>
                  <a:lnTo>
                    <a:pt x="23450" y="17641"/>
                  </a:lnTo>
                  <a:lnTo>
                    <a:pt x="23538" y="17767"/>
                  </a:lnTo>
                  <a:lnTo>
                    <a:pt x="23777" y="18069"/>
                  </a:lnTo>
                  <a:lnTo>
                    <a:pt x="23890" y="18308"/>
                  </a:lnTo>
                  <a:lnTo>
                    <a:pt x="23915" y="18421"/>
                  </a:lnTo>
                  <a:lnTo>
                    <a:pt x="23928" y="18635"/>
                  </a:lnTo>
                  <a:lnTo>
                    <a:pt x="23953" y="18936"/>
                  </a:lnTo>
                  <a:lnTo>
                    <a:pt x="24078" y="19112"/>
                  </a:lnTo>
                  <a:lnTo>
                    <a:pt x="24204" y="19263"/>
                  </a:lnTo>
                  <a:lnTo>
                    <a:pt x="24292" y="19502"/>
                  </a:lnTo>
                  <a:lnTo>
                    <a:pt x="24305" y="19804"/>
                  </a:lnTo>
                  <a:lnTo>
                    <a:pt x="24305" y="20093"/>
                  </a:lnTo>
                  <a:lnTo>
                    <a:pt x="24204" y="20118"/>
                  </a:lnTo>
                  <a:lnTo>
                    <a:pt x="24066" y="20093"/>
                  </a:lnTo>
                  <a:lnTo>
                    <a:pt x="24003" y="20106"/>
                  </a:lnTo>
                  <a:lnTo>
                    <a:pt x="23915" y="20194"/>
                  </a:lnTo>
                  <a:lnTo>
                    <a:pt x="23840" y="20407"/>
                  </a:lnTo>
                  <a:lnTo>
                    <a:pt x="23814" y="20558"/>
                  </a:lnTo>
                  <a:lnTo>
                    <a:pt x="23789" y="20621"/>
                  </a:lnTo>
                  <a:lnTo>
                    <a:pt x="23676" y="20684"/>
                  </a:lnTo>
                  <a:lnTo>
                    <a:pt x="23538" y="20672"/>
                  </a:lnTo>
                  <a:lnTo>
                    <a:pt x="23412" y="20596"/>
                  </a:lnTo>
                  <a:lnTo>
                    <a:pt x="23399" y="20533"/>
                  </a:lnTo>
                  <a:lnTo>
                    <a:pt x="23374" y="20470"/>
                  </a:lnTo>
                  <a:lnTo>
                    <a:pt x="23236" y="20357"/>
                  </a:lnTo>
                  <a:lnTo>
                    <a:pt x="23073" y="20257"/>
                  </a:lnTo>
                  <a:lnTo>
                    <a:pt x="22959" y="20143"/>
                  </a:lnTo>
                  <a:lnTo>
                    <a:pt x="22947" y="20055"/>
                  </a:lnTo>
                  <a:lnTo>
                    <a:pt x="22922" y="19967"/>
                  </a:lnTo>
                  <a:lnTo>
                    <a:pt x="22758" y="19779"/>
                  </a:lnTo>
                  <a:lnTo>
                    <a:pt x="22544" y="19590"/>
                  </a:lnTo>
                  <a:lnTo>
                    <a:pt x="22394" y="19389"/>
                  </a:lnTo>
                  <a:lnTo>
                    <a:pt x="22394" y="19276"/>
                  </a:lnTo>
                  <a:lnTo>
                    <a:pt x="22431" y="19075"/>
                  </a:lnTo>
                  <a:lnTo>
                    <a:pt x="22356" y="18710"/>
                  </a:lnTo>
                  <a:lnTo>
                    <a:pt x="22280" y="18471"/>
                  </a:lnTo>
                  <a:lnTo>
                    <a:pt x="22218" y="18245"/>
                  </a:lnTo>
                  <a:lnTo>
                    <a:pt x="22218" y="17880"/>
                  </a:lnTo>
                  <a:lnTo>
                    <a:pt x="22218" y="17591"/>
                  </a:lnTo>
                  <a:lnTo>
                    <a:pt x="22205" y="17453"/>
                  </a:lnTo>
                  <a:lnTo>
                    <a:pt x="22067" y="17327"/>
                  </a:lnTo>
                  <a:lnTo>
                    <a:pt x="21287" y="17327"/>
                  </a:lnTo>
                  <a:lnTo>
                    <a:pt x="21111" y="17314"/>
                  </a:lnTo>
                  <a:lnTo>
                    <a:pt x="20872" y="17365"/>
                  </a:lnTo>
                  <a:lnTo>
                    <a:pt x="20759" y="17428"/>
                  </a:lnTo>
                  <a:lnTo>
                    <a:pt x="20696" y="17402"/>
                  </a:lnTo>
                  <a:lnTo>
                    <a:pt x="20671" y="17327"/>
                  </a:lnTo>
                  <a:lnTo>
                    <a:pt x="20583" y="17176"/>
                  </a:lnTo>
                  <a:lnTo>
                    <a:pt x="20394" y="17063"/>
                  </a:lnTo>
                  <a:lnTo>
                    <a:pt x="20231" y="17025"/>
                  </a:lnTo>
                  <a:lnTo>
                    <a:pt x="20017" y="16975"/>
                  </a:lnTo>
                  <a:lnTo>
                    <a:pt x="19653" y="16887"/>
                  </a:lnTo>
                  <a:lnTo>
                    <a:pt x="19451" y="16736"/>
                  </a:lnTo>
                  <a:lnTo>
                    <a:pt x="19389" y="16610"/>
                  </a:lnTo>
                  <a:lnTo>
                    <a:pt x="19338" y="16472"/>
                  </a:lnTo>
                  <a:lnTo>
                    <a:pt x="19124" y="16246"/>
                  </a:lnTo>
                  <a:lnTo>
                    <a:pt x="18722" y="16032"/>
                  </a:lnTo>
                  <a:lnTo>
                    <a:pt x="18496" y="15956"/>
                  </a:lnTo>
                  <a:lnTo>
                    <a:pt x="18244" y="15856"/>
                  </a:lnTo>
                  <a:lnTo>
                    <a:pt x="17993" y="15806"/>
                  </a:lnTo>
                  <a:lnTo>
                    <a:pt x="17817" y="15818"/>
                  </a:lnTo>
                  <a:lnTo>
                    <a:pt x="17565" y="15956"/>
                  </a:lnTo>
                  <a:lnTo>
                    <a:pt x="17477" y="15982"/>
                  </a:lnTo>
                  <a:lnTo>
                    <a:pt x="17414" y="15956"/>
                  </a:lnTo>
                  <a:lnTo>
                    <a:pt x="17314" y="15718"/>
                  </a:lnTo>
                  <a:lnTo>
                    <a:pt x="17326" y="15554"/>
                  </a:lnTo>
                  <a:lnTo>
                    <a:pt x="17326" y="15353"/>
                  </a:lnTo>
                  <a:lnTo>
                    <a:pt x="17201" y="14900"/>
                  </a:lnTo>
                  <a:lnTo>
                    <a:pt x="17176" y="14762"/>
                  </a:lnTo>
                  <a:lnTo>
                    <a:pt x="17163" y="14661"/>
                  </a:lnTo>
                  <a:lnTo>
                    <a:pt x="17050" y="14561"/>
                  </a:lnTo>
                  <a:lnTo>
                    <a:pt x="16912" y="14548"/>
                  </a:lnTo>
                  <a:lnTo>
                    <a:pt x="16773" y="14573"/>
                  </a:lnTo>
                  <a:lnTo>
                    <a:pt x="16635" y="14724"/>
                  </a:lnTo>
                  <a:lnTo>
                    <a:pt x="16622" y="14699"/>
                  </a:lnTo>
                  <a:lnTo>
                    <a:pt x="16597" y="14636"/>
                  </a:lnTo>
                  <a:lnTo>
                    <a:pt x="16471" y="14435"/>
                  </a:lnTo>
                  <a:lnTo>
                    <a:pt x="16459" y="14246"/>
                  </a:lnTo>
                  <a:lnTo>
                    <a:pt x="16509" y="13869"/>
                  </a:lnTo>
                  <a:lnTo>
                    <a:pt x="16572" y="13605"/>
                  </a:lnTo>
                  <a:lnTo>
                    <a:pt x="16685" y="13153"/>
                  </a:lnTo>
                  <a:lnTo>
                    <a:pt x="16912" y="12624"/>
                  </a:lnTo>
                  <a:lnTo>
                    <a:pt x="17000" y="12386"/>
                  </a:lnTo>
                  <a:lnTo>
                    <a:pt x="17113" y="12071"/>
                  </a:lnTo>
                  <a:lnTo>
                    <a:pt x="17264" y="11908"/>
                  </a:lnTo>
                  <a:lnTo>
                    <a:pt x="17377" y="11858"/>
                  </a:lnTo>
                  <a:lnTo>
                    <a:pt x="17477" y="11807"/>
                  </a:lnTo>
                  <a:lnTo>
                    <a:pt x="17540" y="11669"/>
                  </a:lnTo>
                  <a:lnTo>
                    <a:pt x="17528" y="11493"/>
                  </a:lnTo>
                  <a:lnTo>
                    <a:pt x="17590" y="11317"/>
                  </a:lnTo>
                  <a:lnTo>
                    <a:pt x="17679" y="11229"/>
                  </a:lnTo>
                  <a:lnTo>
                    <a:pt x="17880" y="11116"/>
                  </a:lnTo>
                  <a:lnTo>
                    <a:pt x="18043" y="11116"/>
                  </a:lnTo>
                  <a:lnTo>
                    <a:pt x="18156" y="11065"/>
                  </a:lnTo>
                  <a:lnTo>
                    <a:pt x="18207" y="11003"/>
                  </a:lnTo>
                  <a:lnTo>
                    <a:pt x="18181" y="10864"/>
                  </a:lnTo>
                  <a:lnTo>
                    <a:pt x="17955" y="10638"/>
                  </a:lnTo>
                  <a:lnTo>
                    <a:pt x="17767" y="10525"/>
                  </a:lnTo>
                  <a:lnTo>
                    <a:pt x="17590" y="10449"/>
                  </a:lnTo>
                  <a:lnTo>
                    <a:pt x="17427" y="10324"/>
                  </a:lnTo>
                  <a:lnTo>
                    <a:pt x="17427" y="10261"/>
                  </a:lnTo>
                  <a:lnTo>
                    <a:pt x="17490" y="10248"/>
                  </a:lnTo>
                  <a:lnTo>
                    <a:pt x="17653" y="10261"/>
                  </a:lnTo>
                  <a:lnTo>
                    <a:pt x="18005" y="10487"/>
                  </a:lnTo>
                  <a:lnTo>
                    <a:pt x="18169" y="10537"/>
                  </a:lnTo>
                  <a:lnTo>
                    <a:pt x="18320" y="10550"/>
                  </a:lnTo>
                  <a:lnTo>
                    <a:pt x="18458" y="10487"/>
                  </a:lnTo>
                  <a:lnTo>
                    <a:pt x="18483" y="10412"/>
                  </a:lnTo>
                  <a:lnTo>
                    <a:pt x="18508" y="10336"/>
                  </a:lnTo>
                  <a:lnTo>
                    <a:pt x="18622" y="10273"/>
                  </a:lnTo>
                  <a:lnTo>
                    <a:pt x="18848" y="10273"/>
                  </a:lnTo>
                  <a:lnTo>
                    <a:pt x="18948" y="10185"/>
                  </a:lnTo>
                  <a:lnTo>
                    <a:pt x="19074" y="9921"/>
                  </a:lnTo>
                  <a:lnTo>
                    <a:pt x="19175" y="9695"/>
                  </a:lnTo>
                  <a:lnTo>
                    <a:pt x="19288" y="9519"/>
                  </a:lnTo>
                  <a:lnTo>
                    <a:pt x="19376" y="9418"/>
                  </a:lnTo>
                  <a:lnTo>
                    <a:pt x="19313" y="9343"/>
                  </a:lnTo>
                  <a:lnTo>
                    <a:pt x="19200" y="9255"/>
                  </a:lnTo>
                  <a:lnTo>
                    <a:pt x="18873" y="9192"/>
                  </a:lnTo>
                  <a:lnTo>
                    <a:pt x="18760" y="9167"/>
                  </a:lnTo>
                  <a:lnTo>
                    <a:pt x="18697" y="9104"/>
                  </a:lnTo>
                  <a:lnTo>
                    <a:pt x="18697" y="8953"/>
                  </a:lnTo>
                  <a:lnTo>
                    <a:pt x="18772" y="8890"/>
                  </a:lnTo>
                  <a:lnTo>
                    <a:pt x="18835" y="8903"/>
                  </a:lnTo>
                  <a:lnTo>
                    <a:pt x="18974" y="8940"/>
                  </a:lnTo>
                  <a:lnTo>
                    <a:pt x="19175" y="9116"/>
                  </a:lnTo>
                  <a:lnTo>
                    <a:pt x="19263" y="9154"/>
                  </a:lnTo>
                  <a:lnTo>
                    <a:pt x="19363" y="9142"/>
                  </a:lnTo>
                  <a:lnTo>
                    <a:pt x="19552" y="8966"/>
                  </a:lnTo>
                  <a:lnTo>
                    <a:pt x="19640" y="8915"/>
                  </a:lnTo>
                  <a:lnTo>
                    <a:pt x="19728" y="8890"/>
                  </a:lnTo>
                  <a:lnTo>
                    <a:pt x="19816" y="8840"/>
                  </a:lnTo>
                  <a:lnTo>
                    <a:pt x="19841" y="8865"/>
                  </a:lnTo>
                  <a:lnTo>
                    <a:pt x="19829" y="8915"/>
                  </a:lnTo>
                  <a:lnTo>
                    <a:pt x="19841" y="9054"/>
                  </a:lnTo>
                  <a:lnTo>
                    <a:pt x="19904" y="9393"/>
                  </a:lnTo>
                  <a:lnTo>
                    <a:pt x="19879" y="9695"/>
                  </a:lnTo>
                  <a:lnTo>
                    <a:pt x="19829" y="9871"/>
                  </a:lnTo>
                  <a:lnTo>
                    <a:pt x="19690" y="10185"/>
                  </a:lnTo>
                  <a:lnTo>
                    <a:pt x="19527" y="10374"/>
                  </a:lnTo>
                  <a:lnTo>
                    <a:pt x="19539" y="10424"/>
                  </a:lnTo>
                  <a:lnTo>
                    <a:pt x="19615" y="10437"/>
                  </a:lnTo>
                  <a:lnTo>
                    <a:pt x="19791" y="10462"/>
                  </a:lnTo>
                  <a:lnTo>
                    <a:pt x="19942" y="10575"/>
                  </a:lnTo>
                  <a:lnTo>
                    <a:pt x="19929" y="10751"/>
                  </a:lnTo>
                  <a:lnTo>
                    <a:pt x="19929" y="10839"/>
                  </a:lnTo>
                  <a:lnTo>
                    <a:pt x="19979" y="10952"/>
                  </a:lnTo>
                  <a:lnTo>
                    <a:pt x="20155" y="10965"/>
                  </a:lnTo>
                  <a:lnTo>
                    <a:pt x="20332" y="10889"/>
                  </a:lnTo>
                  <a:lnTo>
                    <a:pt x="20482" y="10789"/>
                  </a:lnTo>
                  <a:lnTo>
                    <a:pt x="20658" y="10588"/>
                  </a:lnTo>
                  <a:lnTo>
                    <a:pt x="20797" y="10487"/>
                  </a:lnTo>
                  <a:lnTo>
                    <a:pt x="20872" y="10437"/>
                  </a:lnTo>
                  <a:lnTo>
                    <a:pt x="20935" y="10349"/>
                  </a:lnTo>
                  <a:lnTo>
                    <a:pt x="20948" y="10248"/>
                  </a:lnTo>
                  <a:lnTo>
                    <a:pt x="20998" y="10173"/>
                  </a:lnTo>
                  <a:lnTo>
                    <a:pt x="21061" y="10160"/>
                  </a:lnTo>
                  <a:lnTo>
                    <a:pt x="21124" y="10148"/>
                  </a:lnTo>
                  <a:lnTo>
                    <a:pt x="21224" y="10248"/>
                  </a:lnTo>
                  <a:lnTo>
                    <a:pt x="21337" y="10399"/>
                  </a:lnTo>
                  <a:lnTo>
                    <a:pt x="21539" y="10512"/>
                  </a:lnTo>
                  <a:lnTo>
                    <a:pt x="21702" y="10525"/>
                  </a:lnTo>
                  <a:lnTo>
                    <a:pt x="21853" y="10512"/>
                  </a:lnTo>
                  <a:lnTo>
                    <a:pt x="21916" y="10424"/>
                  </a:lnTo>
                  <a:lnTo>
                    <a:pt x="21727" y="10160"/>
                  </a:lnTo>
                  <a:lnTo>
                    <a:pt x="21589" y="9946"/>
                  </a:lnTo>
                  <a:lnTo>
                    <a:pt x="21539" y="9846"/>
                  </a:lnTo>
                  <a:lnTo>
                    <a:pt x="21451" y="9733"/>
                  </a:lnTo>
                  <a:lnTo>
                    <a:pt x="21275" y="9682"/>
                  </a:lnTo>
                  <a:lnTo>
                    <a:pt x="21124" y="9657"/>
                  </a:lnTo>
                  <a:lnTo>
                    <a:pt x="21048" y="9619"/>
                  </a:lnTo>
                  <a:lnTo>
                    <a:pt x="20948" y="9481"/>
                  </a:lnTo>
                  <a:lnTo>
                    <a:pt x="20860" y="9305"/>
                  </a:lnTo>
                  <a:lnTo>
                    <a:pt x="20746" y="9167"/>
                  </a:lnTo>
                  <a:lnTo>
                    <a:pt x="20658" y="9129"/>
                  </a:lnTo>
                  <a:lnTo>
                    <a:pt x="20470" y="9091"/>
                  </a:lnTo>
                  <a:lnTo>
                    <a:pt x="20269" y="9041"/>
                  </a:lnTo>
                  <a:lnTo>
                    <a:pt x="20168" y="8940"/>
                  </a:lnTo>
                  <a:lnTo>
                    <a:pt x="20143" y="8852"/>
                  </a:lnTo>
                  <a:lnTo>
                    <a:pt x="20118" y="8764"/>
                  </a:lnTo>
                  <a:lnTo>
                    <a:pt x="20005" y="8702"/>
                  </a:lnTo>
                  <a:lnTo>
                    <a:pt x="19891" y="8689"/>
                  </a:lnTo>
                  <a:lnTo>
                    <a:pt x="19829" y="8676"/>
                  </a:lnTo>
                  <a:lnTo>
                    <a:pt x="19841" y="8639"/>
                  </a:lnTo>
                  <a:lnTo>
                    <a:pt x="19854" y="8588"/>
                  </a:lnTo>
                  <a:lnTo>
                    <a:pt x="19816" y="8488"/>
                  </a:lnTo>
                  <a:lnTo>
                    <a:pt x="19690" y="8337"/>
                  </a:lnTo>
                  <a:lnTo>
                    <a:pt x="19665" y="8211"/>
                  </a:lnTo>
                  <a:lnTo>
                    <a:pt x="19690" y="8161"/>
                  </a:lnTo>
                  <a:lnTo>
                    <a:pt x="19829" y="8173"/>
                  </a:lnTo>
                  <a:lnTo>
                    <a:pt x="20030" y="8224"/>
                  </a:lnTo>
                  <a:lnTo>
                    <a:pt x="20231" y="8224"/>
                  </a:lnTo>
                  <a:lnTo>
                    <a:pt x="20306" y="8161"/>
                  </a:lnTo>
                  <a:lnTo>
                    <a:pt x="20369" y="8098"/>
                  </a:lnTo>
                  <a:lnTo>
                    <a:pt x="20495" y="8073"/>
                  </a:lnTo>
                  <a:lnTo>
                    <a:pt x="20608" y="8098"/>
                  </a:lnTo>
                  <a:lnTo>
                    <a:pt x="20734" y="8098"/>
                  </a:lnTo>
                  <a:lnTo>
                    <a:pt x="20797" y="8048"/>
                  </a:lnTo>
                  <a:lnTo>
                    <a:pt x="20935" y="7922"/>
                  </a:lnTo>
                  <a:lnTo>
                    <a:pt x="21161" y="7620"/>
                  </a:lnTo>
                  <a:lnTo>
                    <a:pt x="21224" y="7394"/>
                  </a:lnTo>
                  <a:lnTo>
                    <a:pt x="21187" y="7268"/>
                  </a:lnTo>
                  <a:lnTo>
                    <a:pt x="21086" y="7029"/>
                  </a:lnTo>
                  <a:lnTo>
                    <a:pt x="20922" y="6690"/>
                  </a:lnTo>
                  <a:lnTo>
                    <a:pt x="20910" y="6501"/>
                  </a:lnTo>
                  <a:lnTo>
                    <a:pt x="20948" y="6426"/>
                  </a:lnTo>
                  <a:lnTo>
                    <a:pt x="20998" y="6350"/>
                  </a:lnTo>
                  <a:lnTo>
                    <a:pt x="20998" y="6187"/>
                  </a:lnTo>
                  <a:lnTo>
                    <a:pt x="20834" y="5898"/>
                  </a:lnTo>
                  <a:lnTo>
                    <a:pt x="20658" y="5696"/>
                  </a:lnTo>
                  <a:lnTo>
                    <a:pt x="20570" y="5596"/>
                  </a:lnTo>
                  <a:lnTo>
                    <a:pt x="20332" y="5495"/>
                  </a:lnTo>
                  <a:lnTo>
                    <a:pt x="20105" y="5495"/>
                  </a:lnTo>
                  <a:lnTo>
                    <a:pt x="19954" y="5621"/>
                  </a:lnTo>
                  <a:lnTo>
                    <a:pt x="19929" y="5722"/>
                  </a:lnTo>
                  <a:lnTo>
                    <a:pt x="19942" y="5935"/>
                  </a:lnTo>
                  <a:lnTo>
                    <a:pt x="19992" y="6124"/>
                  </a:lnTo>
                  <a:lnTo>
                    <a:pt x="19967" y="6237"/>
                  </a:lnTo>
                  <a:lnTo>
                    <a:pt x="19904" y="6300"/>
                  </a:lnTo>
                  <a:lnTo>
                    <a:pt x="19854" y="6375"/>
                  </a:lnTo>
                  <a:lnTo>
                    <a:pt x="19816" y="6526"/>
                  </a:lnTo>
                  <a:lnTo>
                    <a:pt x="19816" y="6677"/>
                  </a:lnTo>
                  <a:lnTo>
                    <a:pt x="19778" y="6853"/>
                  </a:lnTo>
                  <a:lnTo>
                    <a:pt x="19715" y="6941"/>
                  </a:lnTo>
                  <a:lnTo>
                    <a:pt x="19653" y="7042"/>
                  </a:lnTo>
                  <a:lnTo>
                    <a:pt x="19615" y="7218"/>
                  </a:lnTo>
                  <a:lnTo>
                    <a:pt x="19627" y="7482"/>
                  </a:lnTo>
                  <a:lnTo>
                    <a:pt x="19577" y="7620"/>
                  </a:lnTo>
                  <a:lnTo>
                    <a:pt x="19514" y="7671"/>
                  </a:lnTo>
                  <a:lnTo>
                    <a:pt x="19363" y="7608"/>
                  </a:lnTo>
                  <a:lnTo>
                    <a:pt x="19200" y="7394"/>
                  </a:lnTo>
                  <a:lnTo>
                    <a:pt x="19099" y="7092"/>
                  </a:lnTo>
                  <a:lnTo>
                    <a:pt x="19099" y="6929"/>
                  </a:lnTo>
                  <a:lnTo>
                    <a:pt x="19112" y="6677"/>
                  </a:lnTo>
                  <a:lnTo>
                    <a:pt x="19062" y="6526"/>
                  </a:lnTo>
                  <a:lnTo>
                    <a:pt x="19049" y="6401"/>
                  </a:lnTo>
                  <a:lnTo>
                    <a:pt x="19036" y="6262"/>
                  </a:lnTo>
                  <a:lnTo>
                    <a:pt x="18923" y="6137"/>
                  </a:lnTo>
                  <a:lnTo>
                    <a:pt x="18810" y="6162"/>
                  </a:lnTo>
                  <a:lnTo>
                    <a:pt x="18760" y="6187"/>
                  </a:lnTo>
                  <a:lnTo>
                    <a:pt x="18710" y="6313"/>
                  </a:lnTo>
                  <a:lnTo>
                    <a:pt x="18672" y="6476"/>
                  </a:lnTo>
                  <a:lnTo>
                    <a:pt x="18609" y="6627"/>
                  </a:lnTo>
                  <a:lnTo>
                    <a:pt x="18546" y="6677"/>
                  </a:lnTo>
                  <a:lnTo>
                    <a:pt x="18483" y="6702"/>
                  </a:lnTo>
                  <a:lnTo>
                    <a:pt x="18395" y="6602"/>
                  </a:lnTo>
                  <a:lnTo>
                    <a:pt x="18307" y="6250"/>
                  </a:lnTo>
                  <a:lnTo>
                    <a:pt x="18282" y="5986"/>
                  </a:lnTo>
                  <a:lnTo>
                    <a:pt x="18257" y="5873"/>
                  </a:lnTo>
                  <a:lnTo>
                    <a:pt x="18181" y="5772"/>
                  </a:lnTo>
                  <a:lnTo>
                    <a:pt x="18031" y="5772"/>
                  </a:lnTo>
                  <a:lnTo>
                    <a:pt x="17943" y="5709"/>
                  </a:lnTo>
                  <a:lnTo>
                    <a:pt x="17880" y="5621"/>
                  </a:lnTo>
                  <a:lnTo>
                    <a:pt x="17905" y="5445"/>
                  </a:lnTo>
                  <a:lnTo>
                    <a:pt x="17955" y="5282"/>
                  </a:lnTo>
                  <a:lnTo>
                    <a:pt x="17993" y="5118"/>
                  </a:lnTo>
                  <a:lnTo>
                    <a:pt x="17930" y="4867"/>
                  </a:lnTo>
                  <a:lnTo>
                    <a:pt x="17855" y="4728"/>
                  </a:lnTo>
                  <a:lnTo>
                    <a:pt x="17792" y="4590"/>
                  </a:lnTo>
                  <a:lnTo>
                    <a:pt x="17704" y="4376"/>
                  </a:lnTo>
                  <a:lnTo>
                    <a:pt x="17704" y="4251"/>
                  </a:lnTo>
                  <a:lnTo>
                    <a:pt x="17691" y="4112"/>
                  </a:lnTo>
                  <a:lnTo>
                    <a:pt x="17590" y="3924"/>
                  </a:lnTo>
                  <a:lnTo>
                    <a:pt x="17502" y="3810"/>
                  </a:lnTo>
                  <a:lnTo>
                    <a:pt x="17440" y="3710"/>
                  </a:lnTo>
                  <a:lnTo>
                    <a:pt x="17452" y="3597"/>
                  </a:lnTo>
                  <a:lnTo>
                    <a:pt x="17528" y="3484"/>
                  </a:lnTo>
                  <a:lnTo>
                    <a:pt x="17590" y="3333"/>
                  </a:lnTo>
                  <a:lnTo>
                    <a:pt x="17603" y="3119"/>
                  </a:lnTo>
                  <a:lnTo>
                    <a:pt x="17653" y="3006"/>
                  </a:lnTo>
                  <a:lnTo>
                    <a:pt x="17691" y="2968"/>
                  </a:lnTo>
                  <a:lnTo>
                    <a:pt x="17817" y="2943"/>
                  </a:lnTo>
                  <a:lnTo>
                    <a:pt x="17968" y="2943"/>
                  </a:lnTo>
                  <a:lnTo>
                    <a:pt x="18056" y="2867"/>
                  </a:lnTo>
                  <a:lnTo>
                    <a:pt x="18093" y="2767"/>
                  </a:lnTo>
                  <a:lnTo>
                    <a:pt x="18219" y="2427"/>
                  </a:lnTo>
                  <a:lnTo>
                    <a:pt x="18345" y="2201"/>
                  </a:lnTo>
                  <a:lnTo>
                    <a:pt x="18383" y="2088"/>
                  </a:lnTo>
                  <a:lnTo>
                    <a:pt x="18320" y="1962"/>
                  </a:lnTo>
                  <a:lnTo>
                    <a:pt x="18181" y="1924"/>
                  </a:lnTo>
                  <a:lnTo>
                    <a:pt x="18068" y="1924"/>
                  </a:lnTo>
                  <a:lnTo>
                    <a:pt x="17905" y="1912"/>
                  </a:lnTo>
                  <a:lnTo>
                    <a:pt x="17842" y="1811"/>
                  </a:lnTo>
                  <a:lnTo>
                    <a:pt x="17603" y="1799"/>
                  </a:lnTo>
                  <a:lnTo>
                    <a:pt x="17452" y="1811"/>
                  </a:lnTo>
                  <a:lnTo>
                    <a:pt x="17301" y="1887"/>
                  </a:lnTo>
                  <a:lnTo>
                    <a:pt x="17238" y="2138"/>
                  </a:lnTo>
                  <a:lnTo>
                    <a:pt x="17213" y="2390"/>
                  </a:lnTo>
                  <a:lnTo>
                    <a:pt x="17188" y="2717"/>
                  </a:lnTo>
                  <a:lnTo>
                    <a:pt x="17226" y="3333"/>
                  </a:lnTo>
                  <a:lnTo>
                    <a:pt x="17213" y="3634"/>
                  </a:lnTo>
                  <a:lnTo>
                    <a:pt x="17176" y="3710"/>
                  </a:lnTo>
                  <a:lnTo>
                    <a:pt x="17113" y="3798"/>
                  </a:lnTo>
                  <a:lnTo>
                    <a:pt x="17088" y="3974"/>
                  </a:lnTo>
                  <a:lnTo>
                    <a:pt x="17050" y="4075"/>
                  </a:lnTo>
                  <a:lnTo>
                    <a:pt x="16987" y="4137"/>
                  </a:lnTo>
                  <a:lnTo>
                    <a:pt x="16899" y="4213"/>
                  </a:lnTo>
                  <a:lnTo>
                    <a:pt x="16886" y="4339"/>
                  </a:lnTo>
                  <a:lnTo>
                    <a:pt x="16899" y="4477"/>
                  </a:lnTo>
                  <a:lnTo>
                    <a:pt x="16899" y="4728"/>
                  </a:lnTo>
                  <a:lnTo>
                    <a:pt x="16836" y="4917"/>
                  </a:lnTo>
                  <a:lnTo>
                    <a:pt x="16798" y="5018"/>
                  </a:lnTo>
                  <a:lnTo>
                    <a:pt x="16798" y="5168"/>
                  </a:lnTo>
                  <a:lnTo>
                    <a:pt x="16899" y="5344"/>
                  </a:lnTo>
                  <a:lnTo>
                    <a:pt x="17025" y="5458"/>
                  </a:lnTo>
                  <a:lnTo>
                    <a:pt x="17163" y="5571"/>
                  </a:lnTo>
                  <a:lnTo>
                    <a:pt x="17402" y="5621"/>
                  </a:lnTo>
                  <a:lnTo>
                    <a:pt x="17465" y="5659"/>
                  </a:lnTo>
                  <a:lnTo>
                    <a:pt x="17528" y="5709"/>
                  </a:lnTo>
                  <a:lnTo>
                    <a:pt x="17590" y="5860"/>
                  </a:lnTo>
                  <a:lnTo>
                    <a:pt x="17528" y="5948"/>
                  </a:lnTo>
                  <a:lnTo>
                    <a:pt x="17465" y="6023"/>
                  </a:lnTo>
                  <a:lnTo>
                    <a:pt x="17414" y="6111"/>
                  </a:lnTo>
                  <a:lnTo>
                    <a:pt x="17452" y="6212"/>
                  </a:lnTo>
                  <a:lnTo>
                    <a:pt x="17465" y="6287"/>
                  </a:lnTo>
                  <a:lnTo>
                    <a:pt x="17414" y="6476"/>
                  </a:lnTo>
                  <a:lnTo>
                    <a:pt x="17314" y="6665"/>
                  </a:lnTo>
                  <a:lnTo>
                    <a:pt x="17163" y="6803"/>
                  </a:lnTo>
                  <a:lnTo>
                    <a:pt x="17075" y="6816"/>
                  </a:lnTo>
                  <a:lnTo>
                    <a:pt x="17000" y="6828"/>
                  </a:lnTo>
                  <a:lnTo>
                    <a:pt x="16874" y="6916"/>
                  </a:lnTo>
                  <a:lnTo>
                    <a:pt x="16798" y="7054"/>
                  </a:lnTo>
                  <a:lnTo>
                    <a:pt x="16786" y="7256"/>
                  </a:lnTo>
                  <a:lnTo>
                    <a:pt x="16811" y="7369"/>
                  </a:lnTo>
                  <a:lnTo>
                    <a:pt x="16874" y="7570"/>
                  </a:lnTo>
                  <a:lnTo>
                    <a:pt x="16874" y="7809"/>
                  </a:lnTo>
                  <a:lnTo>
                    <a:pt x="16836" y="7897"/>
                  </a:lnTo>
                  <a:lnTo>
                    <a:pt x="16811" y="7947"/>
                  </a:lnTo>
                  <a:lnTo>
                    <a:pt x="16710" y="7972"/>
                  </a:lnTo>
                  <a:lnTo>
                    <a:pt x="16622" y="7935"/>
                  </a:lnTo>
                  <a:lnTo>
                    <a:pt x="16572" y="7847"/>
                  </a:lnTo>
                  <a:lnTo>
                    <a:pt x="16572" y="7784"/>
                  </a:lnTo>
                  <a:lnTo>
                    <a:pt x="16610" y="7671"/>
                  </a:lnTo>
                  <a:lnTo>
                    <a:pt x="16597" y="7507"/>
                  </a:lnTo>
                  <a:lnTo>
                    <a:pt x="16572" y="7344"/>
                  </a:lnTo>
                  <a:lnTo>
                    <a:pt x="16585" y="7105"/>
                  </a:lnTo>
                  <a:lnTo>
                    <a:pt x="16635" y="6891"/>
                  </a:lnTo>
                  <a:lnTo>
                    <a:pt x="16622" y="6740"/>
                  </a:lnTo>
                  <a:lnTo>
                    <a:pt x="16522" y="6577"/>
                  </a:lnTo>
                  <a:lnTo>
                    <a:pt x="16509" y="6526"/>
                  </a:lnTo>
                  <a:lnTo>
                    <a:pt x="16547" y="6501"/>
                  </a:lnTo>
                  <a:lnTo>
                    <a:pt x="16635" y="6489"/>
                  </a:lnTo>
                  <a:lnTo>
                    <a:pt x="16761" y="6426"/>
                  </a:lnTo>
                  <a:lnTo>
                    <a:pt x="16836" y="6313"/>
                  </a:lnTo>
                  <a:lnTo>
                    <a:pt x="16861" y="6250"/>
                  </a:lnTo>
                  <a:lnTo>
                    <a:pt x="16874" y="6149"/>
                  </a:lnTo>
                  <a:lnTo>
                    <a:pt x="16773" y="6011"/>
                  </a:lnTo>
                  <a:lnTo>
                    <a:pt x="16610" y="5860"/>
                  </a:lnTo>
                  <a:lnTo>
                    <a:pt x="16484" y="5671"/>
                  </a:lnTo>
                  <a:lnTo>
                    <a:pt x="16409" y="5445"/>
                  </a:lnTo>
                  <a:lnTo>
                    <a:pt x="16333" y="5344"/>
                  </a:lnTo>
                  <a:lnTo>
                    <a:pt x="16270" y="5332"/>
                  </a:lnTo>
                  <a:lnTo>
                    <a:pt x="16195" y="5332"/>
                  </a:lnTo>
                  <a:lnTo>
                    <a:pt x="16145" y="5407"/>
                  </a:lnTo>
                  <a:lnTo>
                    <a:pt x="16132" y="5533"/>
                  </a:lnTo>
                  <a:lnTo>
                    <a:pt x="16094" y="5671"/>
                  </a:lnTo>
                  <a:lnTo>
                    <a:pt x="16031" y="5747"/>
                  </a:lnTo>
                  <a:lnTo>
                    <a:pt x="15880" y="5847"/>
                  </a:lnTo>
                  <a:lnTo>
                    <a:pt x="15792" y="5923"/>
                  </a:lnTo>
                  <a:lnTo>
                    <a:pt x="15818" y="5986"/>
                  </a:lnTo>
                  <a:lnTo>
                    <a:pt x="15855" y="6036"/>
                  </a:lnTo>
                  <a:lnTo>
                    <a:pt x="15994" y="6137"/>
                  </a:lnTo>
                  <a:lnTo>
                    <a:pt x="16333" y="6287"/>
                  </a:lnTo>
                  <a:lnTo>
                    <a:pt x="16409" y="6363"/>
                  </a:lnTo>
                  <a:lnTo>
                    <a:pt x="16421" y="6388"/>
                  </a:lnTo>
                  <a:lnTo>
                    <a:pt x="16333" y="6438"/>
                  </a:lnTo>
                  <a:lnTo>
                    <a:pt x="16170" y="6501"/>
                  </a:lnTo>
                  <a:lnTo>
                    <a:pt x="16006" y="6614"/>
                  </a:lnTo>
                  <a:lnTo>
                    <a:pt x="15943" y="6702"/>
                  </a:lnTo>
                  <a:lnTo>
                    <a:pt x="15855" y="6853"/>
                  </a:lnTo>
                  <a:lnTo>
                    <a:pt x="15679" y="6929"/>
                  </a:lnTo>
                  <a:lnTo>
                    <a:pt x="15503" y="6941"/>
                  </a:lnTo>
                  <a:lnTo>
                    <a:pt x="15290" y="6954"/>
                  </a:lnTo>
                  <a:lnTo>
                    <a:pt x="14950" y="6878"/>
                  </a:lnTo>
                  <a:lnTo>
                    <a:pt x="14761" y="6778"/>
                  </a:lnTo>
                  <a:lnTo>
                    <a:pt x="14699" y="6702"/>
                  </a:lnTo>
                  <a:lnTo>
                    <a:pt x="14598" y="6577"/>
                  </a:lnTo>
                  <a:lnTo>
                    <a:pt x="14334" y="6375"/>
                  </a:lnTo>
                  <a:lnTo>
                    <a:pt x="14158" y="6300"/>
                  </a:lnTo>
                  <a:lnTo>
                    <a:pt x="14007" y="6237"/>
                  </a:lnTo>
                  <a:lnTo>
                    <a:pt x="13919" y="6086"/>
                  </a:lnTo>
                  <a:lnTo>
                    <a:pt x="13919" y="5973"/>
                  </a:lnTo>
                  <a:lnTo>
                    <a:pt x="13906" y="5860"/>
                  </a:lnTo>
                  <a:lnTo>
                    <a:pt x="13806" y="5785"/>
                  </a:lnTo>
                  <a:lnTo>
                    <a:pt x="13680" y="5759"/>
                  </a:lnTo>
                  <a:lnTo>
                    <a:pt x="13554" y="5734"/>
                  </a:lnTo>
                  <a:lnTo>
                    <a:pt x="13391" y="5772"/>
                  </a:lnTo>
                  <a:lnTo>
                    <a:pt x="13290" y="5835"/>
                  </a:lnTo>
                  <a:lnTo>
                    <a:pt x="13177" y="5910"/>
                  </a:lnTo>
                  <a:lnTo>
                    <a:pt x="13089" y="5986"/>
                  </a:lnTo>
                  <a:lnTo>
                    <a:pt x="13114" y="6023"/>
                  </a:lnTo>
                  <a:lnTo>
                    <a:pt x="13165" y="6036"/>
                  </a:lnTo>
                  <a:lnTo>
                    <a:pt x="13303" y="6036"/>
                  </a:lnTo>
                  <a:lnTo>
                    <a:pt x="13630" y="5986"/>
                  </a:lnTo>
                  <a:lnTo>
                    <a:pt x="13693" y="6036"/>
                  </a:lnTo>
                  <a:lnTo>
                    <a:pt x="13693" y="6099"/>
                  </a:lnTo>
                  <a:lnTo>
                    <a:pt x="13529" y="6225"/>
                  </a:lnTo>
                  <a:lnTo>
                    <a:pt x="13353" y="6287"/>
                  </a:lnTo>
                  <a:lnTo>
                    <a:pt x="13190" y="6350"/>
                  </a:lnTo>
                  <a:lnTo>
                    <a:pt x="13077" y="6438"/>
                  </a:lnTo>
                  <a:lnTo>
                    <a:pt x="13051" y="6589"/>
                  </a:lnTo>
                  <a:lnTo>
                    <a:pt x="13039" y="6778"/>
                  </a:lnTo>
                  <a:lnTo>
                    <a:pt x="13039" y="7004"/>
                  </a:lnTo>
                  <a:lnTo>
                    <a:pt x="13001" y="7054"/>
                  </a:lnTo>
                  <a:lnTo>
                    <a:pt x="12963" y="7017"/>
                  </a:lnTo>
                  <a:lnTo>
                    <a:pt x="12863" y="6929"/>
                  </a:lnTo>
                  <a:lnTo>
                    <a:pt x="12725" y="6602"/>
                  </a:lnTo>
                  <a:lnTo>
                    <a:pt x="12674" y="6388"/>
                  </a:lnTo>
                  <a:lnTo>
                    <a:pt x="12649" y="6275"/>
                  </a:lnTo>
                  <a:lnTo>
                    <a:pt x="12523" y="6124"/>
                  </a:lnTo>
                  <a:lnTo>
                    <a:pt x="12272" y="5998"/>
                  </a:lnTo>
                  <a:lnTo>
                    <a:pt x="12046" y="5973"/>
                  </a:lnTo>
                  <a:lnTo>
                    <a:pt x="11618" y="5910"/>
                  </a:lnTo>
                  <a:lnTo>
                    <a:pt x="11316" y="5847"/>
                  </a:lnTo>
                  <a:lnTo>
                    <a:pt x="11178" y="5785"/>
                  </a:lnTo>
                  <a:lnTo>
                    <a:pt x="10964" y="5533"/>
                  </a:lnTo>
                  <a:lnTo>
                    <a:pt x="10964" y="5445"/>
                  </a:lnTo>
                  <a:lnTo>
                    <a:pt x="11027" y="5407"/>
                  </a:lnTo>
                  <a:lnTo>
                    <a:pt x="11316" y="5395"/>
                  </a:lnTo>
                  <a:lnTo>
                    <a:pt x="11429" y="5357"/>
                  </a:lnTo>
                  <a:lnTo>
                    <a:pt x="11467" y="5319"/>
                  </a:lnTo>
                  <a:lnTo>
                    <a:pt x="11467" y="5118"/>
                  </a:lnTo>
                  <a:lnTo>
                    <a:pt x="11392" y="4867"/>
                  </a:lnTo>
                  <a:lnTo>
                    <a:pt x="11279" y="4653"/>
                  </a:lnTo>
                  <a:lnTo>
                    <a:pt x="11216" y="4590"/>
                  </a:lnTo>
                  <a:lnTo>
                    <a:pt x="11065" y="4515"/>
                  </a:lnTo>
                  <a:lnTo>
                    <a:pt x="10851" y="4427"/>
                  </a:lnTo>
                  <a:lnTo>
                    <a:pt x="10751" y="4339"/>
                  </a:lnTo>
                  <a:lnTo>
                    <a:pt x="10738" y="4263"/>
                  </a:lnTo>
                  <a:lnTo>
                    <a:pt x="10650" y="4125"/>
                  </a:lnTo>
                  <a:lnTo>
                    <a:pt x="10197" y="3773"/>
                  </a:lnTo>
                  <a:lnTo>
                    <a:pt x="10009" y="3572"/>
                  </a:lnTo>
                  <a:lnTo>
                    <a:pt x="9896" y="3408"/>
                  </a:lnTo>
                  <a:lnTo>
                    <a:pt x="9770" y="3257"/>
                  </a:lnTo>
                  <a:lnTo>
                    <a:pt x="9682" y="3232"/>
                  </a:lnTo>
                  <a:lnTo>
                    <a:pt x="9581" y="3207"/>
                  </a:lnTo>
                  <a:lnTo>
                    <a:pt x="9367" y="3207"/>
                  </a:lnTo>
                  <a:lnTo>
                    <a:pt x="9267" y="3257"/>
                  </a:lnTo>
                  <a:lnTo>
                    <a:pt x="9217" y="3282"/>
                  </a:lnTo>
                  <a:lnTo>
                    <a:pt x="9129" y="3270"/>
                  </a:lnTo>
                  <a:lnTo>
                    <a:pt x="9028" y="3144"/>
                  </a:lnTo>
                  <a:lnTo>
                    <a:pt x="9003" y="3056"/>
                  </a:lnTo>
                  <a:lnTo>
                    <a:pt x="9078" y="2830"/>
                  </a:lnTo>
                  <a:lnTo>
                    <a:pt x="9166" y="2717"/>
                  </a:lnTo>
                  <a:lnTo>
                    <a:pt x="9091" y="2704"/>
                  </a:lnTo>
                  <a:lnTo>
                    <a:pt x="8990" y="2754"/>
                  </a:lnTo>
                  <a:lnTo>
                    <a:pt x="8940" y="2855"/>
                  </a:lnTo>
                  <a:lnTo>
                    <a:pt x="8852" y="2955"/>
                  </a:lnTo>
                  <a:lnTo>
                    <a:pt x="8776" y="2968"/>
                  </a:lnTo>
                  <a:lnTo>
                    <a:pt x="8701" y="2955"/>
                  </a:lnTo>
                  <a:lnTo>
                    <a:pt x="8600" y="2830"/>
                  </a:lnTo>
                  <a:lnTo>
                    <a:pt x="8550" y="2490"/>
                  </a:lnTo>
                  <a:lnTo>
                    <a:pt x="8563" y="2264"/>
                  </a:lnTo>
                  <a:lnTo>
                    <a:pt x="8575" y="2163"/>
                  </a:lnTo>
                  <a:lnTo>
                    <a:pt x="8538" y="2063"/>
                  </a:lnTo>
                  <a:lnTo>
                    <a:pt x="8412" y="2038"/>
                  </a:lnTo>
                  <a:lnTo>
                    <a:pt x="8299" y="2088"/>
                  </a:lnTo>
                  <a:lnTo>
                    <a:pt x="8198" y="2138"/>
                  </a:lnTo>
                  <a:lnTo>
                    <a:pt x="8097" y="2188"/>
                  </a:lnTo>
                  <a:lnTo>
                    <a:pt x="8009" y="2151"/>
                  </a:lnTo>
                  <a:lnTo>
                    <a:pt x="7959" y="2088"/>
                  </a:lnTo>
                  <a:lnTo>
                    <a:pt x="7896" y="2025"/>
                  </a:lnTo>
                  <a:lnTo>
                    <a:pt x="7758" y="2038"/>
                  </a:lnTo>
                  <a:lnTo>
                    <a:pt x="7569" y="2163"/>
                  </a:lnTo>
                  <a:lnTo>
                    <a:pt x="7456" y="2214"/>
                  </a:lnTo>
                  <a:lnTo>
                    <a:pt x="7356" y="2214"/>
                  </a:lnTo>
                  <a:lnTo>
                    <a:pt x="7230" y="2088"/>
                  </a:lnTo>
                  <a:lnTo>
                    <a:pt x="7192" y="2038"/>
                  </a:lnTo>
                  <a:lnTo>
                    <a:pt x="7092" y="2038"/>
                  </a:lnTo>
                  <a:lnTo>
                    <a:pt x="6727" y="2138"/>
                  </a:lnTo>
                  <a:lnTo>
                    <a:pt x="6652" y="2126"/>
                  </a:lnTo>
                  <a:lnTo>
                    <a:pt x="6652" y="2075"/>
                  </a:lnTo>
                  <a:lnTo>
                    <a:pt x="6790" y="1874"/>
                  </a:lnTo>
                  <a:lnTo>
                    <a:pt x="6903" y="1811"/>
                  </a:lnTo>
                  <a:lnTo>
                    <a:pt x="7016" y="1761"/>
                  </a:lnTo>
                  <a:lnTo>
                    <a:pt x="7104" y="1686"/>
                  </a:lnTo>
                  <a:lnTo>
                    <a:pt x="7054" y="1660"/>
                  </a:lnTo>
                  <a:lnTo>
                    <a:pt x="6978" y="1648"/>
                  </a:lnTo>
                  <a:lnTo>
                    <a:pt x="6815" y="1660"/>
                  </a:lnTo>
                  <a:lnTo>
                    <a:pt x="6551" y="1774"/>
                  </a:lnTo>
                  <a:lnTo>
                    <a:pt x="6375" y="1811"/>
                  </a:lnTo>
                  <a:lnTo>
                    <a:pt x="6287" y="1811"/>
                  </a:lnTo>
                  <a:lnTo>
                    <a:pt x="6186" y="1786"/>
                  </a:lnTo>
                  <a:lnTo>
                    <a:pt x="6111" y="1660"/>
                  </a:lnTo>
                  <a:lnTo>
                    <a:pt x="5998" y="1585"/>
                  </a:lnTo>
                  <a:lnTo>
                    <a:pt x="5922" y="1535"/>
                  </a:lnTo>
                  <a:lnTo>
                    <a:pt x="5809" y="1371"/>
                  </a:lnTo>
                  <a:lnTo>
                    <a:pt x="5709" y="1057"/>
                  </a:lnTo>
                  <a:lnTo>
                    <a:pt x="5696" y="856"/>
                  </a:lnTo>
                  <a:lnTo>
                    <a:pt x="5683" y="617"/>
                  </a:lnTo>
                  <a:lnTo>
                    <a:pt x="5608" y="202"/>
                  </a:lnTo>
                  <a:lnTo>
                    <a:pt x="5520" y="13"/>
                  </a:lnTo>
                  <a:lnTo>
                    <a:pt x="547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3025;p34">
              <a:extLst>
                <a:ext uri="{FF2B5EF4-FFF2-40B4-BE49-F238E27FC236}">
                  <a16:creationId xmlns:a16="http://schemas.microsoft.com/office/drawing/2014/main" id="{873AE379-2DA8-9242-6A7B-6FD786CD22C6}"/>
                </a:ext>
              </a:extLst>
            </p:cNvPr>
            <p:cNvSpPr/>
            <p:nvPr/>
          </p:nvSpPr>
          <p:spPr>
            <a:xfrm>
              <a:off x="3113027" y="3732498"/>
              <a:ext cx="98763" cy="40370"/>
            </a:xfrm>
            <a:custGeom>
              <a:avLst/>
              <a:gdLst/>
              <a:ahLst/>
              <a:cxnLst/>
              <a:rect l="l" t="t" r="r" b="b"/>
              <a:pathLst>
                <a:path w="1233" h="504" extrusionOk="0">
                  <a:moveTo>
                    <a:pt x="1182" y="1"/>
                  </a:moveTo>
                  <a:lnTo>
                    <a:pt x="1019" y="26"/>
                  </a:lnTo>
                  <a:lnTo>
                    <a:pt x="843" y="126"/>
                  </a:lnTo>
                  <a:lnTo>
                    <a:pt x="478" y="277"/>
                  </a:lnTo>
                  <a:lnTo>
                    <a:pt x="365" y="265"/>
                  </a:lnTo>
                  <a:lnTo>
                    <a:pt x="214" y="240"/>
                  </a:lnTo>
                  <a:lnTo>
                    <a:pt x="38" y="164"/>
                  </a:lnTo>
                  <a:lnTo>
                    <a:pt x="0" y="202"/>
                  </a:lnTo>
                  <a:lnTo>
                    <a:pt x="0" y="265"/>
                  </a:lnTo>
                  <a:lnTo>
                    <a:pt x="151" y="403"/>
                  </a:lnTo>
                  <a:lnTo>
                    <a:pt x="315" y="441"/>
                  </a:lnTo>
                  <a:lnTo>
                    <a:pt x="579" y="441"/>
                  </a:lnTo>
                  <a:lnTo>
                    <a:pt x="793" y="428"/>
                  </a:lnTo>
                  <a:lnTo>
                    <a:pt x="931" y="453"/>
                  </a:lnTo>
                  <a:lnTo>
                    <a:pt x="1044" y="504"/>
                  </a:lnTo>
                  <a:lnTo>
                    <a:pt x="1057" y="478"/>
                  </a:lnTo>
                  <a:lnTo>
                    <a:pt x="1057" y="428"/>
                  </a:lnTo>
                  <a:lnTo>
                    <a:pt x="1057" y="315"/>
                  </a:lnTo>
                  <a:lnTo>
                    <a:pt x="1182" y="189"/>
                  </a:lnTo>
                  <a:lnTo>
                    <a:pt x="1233" y="101"/>
                  </a:lnTo>
                  <a:lnTo>
                    <a:pt x="1233" y="51"/>
                  </a:lnTo>
                  <a:lnTo>
                    <a:pt x="11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3026;p34">
              <a:extLst>
                <a:ext uri="{FF2B5EF4-FFF2-40B4-BE49-F238E27FC236}">
                  <a16:creationId xmlns:a16="http://schemas.microsoft.com/office/drawing/2014/main" id="{142D171E-CF6B-6EE1-754E-653BDD44264C}"/>
                </a:ext>
              </a:extLst>
            </p:cNvPr>
            <p:cNvSpPr/>
            <p:nvPr/>
          </p:nvSpPr>
          <p:spPr>
            <a:xfrm>
              <a:off x="3256007" y="3673063"/>
              <a:ext cx="23309" cy="84746"/>
            </a:xfrm>
            <a:custGeom>
              <a:avLst/>
              <a:gdLst/>
              <a:ahLst/>
              <a:cxnLst/>
              <a:rect l="l" t="t" r="r" b="b"/>
              <a:pathLst>
                <a:path w="291" h="1058" extrusionOk="0">
                  <a:moveTo>
                    <a:pt x="114" y="1"/>
                  </a:moveTo>
                  <a:lnTo>
                    <a:pt x="76" y="39"/>
                  </a:lnTo>
                  <a:lnTo>
                    <a:pt x="13" y="152"/>
                  </a:lnTo>
                  <a:lnTo>
                    <a:pt x="26" y="529"/>
                  </a:lnTo>
                  <a:lnTo>
                    <a:pt x="13" y="780"/>
                  </a:lnTo>
                  <a:lnTo>
                    <a:pt x="1" y="894"/>
                  </a:lnTo>
                  <a:lnTo>
                    <a:pt x="39" y="1019"/>
                  </a:lnTo>
                  <a:lnTo>
                    <a:pt x="164" y="1057"/>
                  </a:lnTo>
                  <a:lnTo>
                    <a:pt x="215" y="1057"/>
                  </a:lnTo>
                  <a:lnTo>
                    <a:pt x="252" y="1032"/>
                  </a:lnTo>
                  <a:lnTo>
                    <a:pt x="215" y="906"/>
                  </a:lnTo>
                  <a:lnTo>
                    <a:pt x="177" y="818"/>
                  </a:lnTo>
                  <a:lnTo>
                    <a:pt x="190" y="529"/>
                  </a:lnTo>
                  <a:lnTo>
                    <a:pt x="252" y="378"/>
                  </a:lnTo>
                  <a:lnTo>
                    <a:pt x="290" y="290"/>
                  </a:lnTo>
                  <a:lnTo>
                    <a:pt x="278" y="139"/>
                  </a:lnTo>
                  <a:lnTo>
                    <a:pt x="215" y="26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3027;p34">
              <a:extLst>
                <a:ext uri="{FF2B5EF4-FFF2-40B4-BE49-F238E27FC236}">
                  <a16:creationId xmlns:a16="http://schemas.microsoft.com/office/drawing/2014/main" id="{046D82F2-5C6D-94F2-D20B-5BB26CB0C15A}"/>
                </a:ext>
              </a:extLst>
            </p:cNvPr>
            <p:cNvSpPr/>
            <p:nvPr/>
          </p:nvSpPr>
          <p:spPr>
            <a:xfrm>
              <a:off x="3297339" y="3701259"/>
              <a:ext cx="23229" cy="51504"/>
            </a:xfrm>
            <a:custGeom>
              <a:avLst/>
              <a:gdLst/>
              <a:ahLst/>
              <a:cxnLst/>
              <a:rect l="l" t="t" r="r" b="b"/>
              <a:pathLst>
                <a:path w="290" h="643" extrusionOk="0">
                  <a:moveTo>
                    <a:pt x="151" y="1"/>
                  </a:moveTo>
                  <a:lnTo>
                    <a:pt x="63" y="114"/>
                  </a:lnTo>
                  <a:lnTo>
                    <a:pt x="26" y="202"/>
                  </a:lnTo>
                  <a:lnTo>
                    <a:pt x="0" y="366"/>
                  </a:lnTo>
                  <a:lnTo>
                    <a:pt x="51" y="567"/>
                  </a:lnTo>
                  <a:lnTo>
                    <a:pt x="63" y="592"/>
                  </a:lnTo>
                  <a:lnTo>
                    <a:pt x="88" y="642"/>
                  </a:lnTo>
                  <a:lnTo>
                    <a:pt x="126" y="630"/>
                  </a:lnTo>
                  <a:lnTo>
                    <a:pt x="189" y="491"/>
                  </a:lnTo>
                  <a:lnTo>
                    <a:pt x="239" y="391"/>
                  </a:lnTo>
                  <a:lnTo>
                    <a:pt x="290" y="328"/>
                  </a:lnTo>
                  <a:lnTo>
                    <a:pt x="252" y="215"/>
                  </a:lnTo>
                  <a:lnTo>
                    <a:pt x="239" y="114"/>
                  </a:lnTo>
                  <a:lnTo>
                    <a:pt x="239" y="26"/>
                  </a:lnTo>
                  <a:lnTo>
                    <a:pt x="15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3028;p34">
              <a:extLst>
                <a:ext uri="{FF2B5EF4-FFF2-40B4-BE49-F238E27FC236}">
                  <a16:creationId xmlns:a16="http://schemas.microsoft.com/office/drawing/2014/main" id="{2E4CEB3E-1DE6-99DD-3A9B-211087A65B52}"/>
                </a:ext>
              </a:extLst>
            </p:cNvPr>
            <p:cNvSpPr/>
            <p:nvPr/>
          </p:nvSpPr>
          <p:spPr>
            <a:xfrm>
              <a:off x="3285244" y="3302436"/>
              <a:ext cx="215629" cy="295168"/>
            </a:xfrm>
            <a:custGeom>
              <a:avLst/>
              <a:gdLst/>
              <a:ahLst/>
              <a:cxnLst/>
              <a:rect l="l" t="t" r="r" b="b"/>
              <a:pathLst>
                <a:path w="2692" h="3685" extrusionOk="0">
                  <a:moveTo>
                    <a:pt x="277" y="1"/>
                  </a:moveTo>
                  <a:lnTo>
                    <a:pt x="189" y="189"/>
                  </a:lnTo>
                  <a:lnTo>
                    <a:pt x="101" y="453"/>
                  </a:lnTo>
                  <a:lnTo>
                    <a:pt x="63" y="592"/>
                  </a:lnTo>
                  <a:lnTo>
                    <a:pt x="38" y="881"/>
                  </a:lnTo>
                  <a:lnTo>
                    <a:pt x="101" y="1321"/>
                  </a:lnTo>
                  <a:lnTo>
                    <a:pt x="151" y="1660"/>
                  </a:lnTo>
                  <a:lnTo>
                    <a:pt x="189" y="1962"/>
                  </a:lnTo>
                  <a:lnTo>
                    <a:pt x="151" y="2239"/>
                  </a:lnTo>
                  <a:lnTo>
                    <a:pt x="63" y="2365"/>
                  </a:lnTo>
                  <a:lnTo>
                    <a:pt x="26" y="2453"/>
                  </a:lnTo>
                  <a:lnTo>
                    <a:pt x="51" y="2616"/>
                  </a:lnTo>
                  <a:lnTo>
                    <a:pt x="126" y="2780"/>
                  </a:lnTo>
                  <a:lnTo>
                    <a:pt x="151" y="2968"/>
                  </a:lnTo>
                  <a:lnTo>
                    <a:pt x="114" y="3056"/>
                  </a:lnTo>
                  <a:lnTo>
                    <a:pt x="26" y="3270"/>
                  </a:lnTo>
                  <a:lnTo>
                    <a:pt x="38" y="3622"/>
                  </a:lnTo>
                  <a:lnTo>
                    <a:pt x="38" y="3660"/>
                  </a:lnTo>
                  <a:lnTo>
                    <a:pt x="1" y="3685"/>
                  </a:lnTo>
                  <a:lnTo>
                    <a:pt x="441" y="3496"/>
                  </a:lnTo>
                  <a:lnTo>
                    <a:pt x="566" y="3433"/>
                  </a:lnTo>
                  <a:lnTo>
                    <a:pt x="667" y="3295"/>
                  </a:lnTo>
                  <a:lnTo>
                    <a:pt x="730" y="3169"/>
                  </a:lnTo>
                  <a:lnTo>
                    <a:pt x="856" y="3106"/>
                  </a:lnTo>
                  <a:lnTo>
                    <a:pt x="1006" y="3132"/>
                  </a:lnTo>
                  <a:lnTo>
                    <a:pt x="1157" y="3157"/>
                  </a:lnTo>
                  <a:lnTo>
                    <a:pt x="1321" y="3094"/>
                  </a:lnTo>
                  <a:lnTo>
                    <a:pt x="1409" y="2868"/>
                  </a:lnTo>
                  <a:lnTo>
                    <a:pt x="1497" y="2742"/>
                  </a:lnTo>
                  <a:lnTo>
                    <a:pt x="1610" y="2666"/>
                  </a:lnTo>
                  <a:lnTo>
                    <a:pt x="1773" y="2729"/>
                  </a:lnTo>
                  <a:lnTo>
                    <a:pt x="1849" y="2754"/>
                  </a:lnTo>
                  <a:lnTo>
                    <a:pt x="1924" y="2717"/>
                  </a:lnTo>
                  <a:lnTo>
                    <a:pt x="1987" y="2541"/>
                  </a:lnTo>
                  <a:lnTo>
                    <a:pt x="2050" y="2453"/>
                  </a:lnTo>
                  <a:lnTo>
                    <a:pt x="2113" y="2440"/>
                  </a:lnTo>
                  <a:lnTo>
                    <a:pt x="2163" y="2478"/>
                  </a:lnTo>
                  <a:lnTo>
                    <a:pt x="2188" y="2692"/>
                  </a:lnTo>
                  <a:lnTo>
                    <a:pt x="2163" y="2968"/>
                  </a:lnTo>
                  <a:lnTo>
                    <a:pt x="2163" y="3119"/>
                  </a:lnTo>
                  <a:lnTo>
                    <a:pt x="2188" y="3144"/>
                  </a:lnTo>
                  <a:lnTo>
                    <a:pt x="2213" y="3132"/>
                  </a:lnTo>
                  <a:lnTo>
                    <a:pt x="2264" y="3069"/>
                  </a:lnTo>
                  <a:lnTo>
                    <a:pt x="2302" y="2855"/>
                  </a:lnTo>
                  <a:lnTo>
                    <a:pt x="2327" y="2616"/>
                  </a:lnTo>
                  <a:lnTo>
                    <a:pt x="2364" y="2427"/>
                  </a:lnTo>
                  <a:lnTo>
                    <a:pt x="2402" y="2390"/>
                  </a:lnTo>
                  <a:lnTo>
                    <a:pt x="2490" y="2352"/>
                  </a:lnTo>
                  <a:lnTo>
                    <a:pt x="2540" y="2189"/>
                  </a:lnTo>
                  <a:lnTo>
                    <a:pt x="2540" y="1962"/>
                  </a:lnTo>
                  <a:lnTo>
                    <a:pt x="2566" y="1761"/>
                  </a:lnTo>
                  <a:lnTo>
                    <a:pt x="2628" y="1749"/>
                  </a:lnTo>
                  <a:lnTo>
                    <a:pt x="2679" y="1723"/>
                  </a:lnTo>
                  <a:lnTo>
                    <a:pt x="2691" y="1686"/>
                  </a:lnTo>
                  <a:lnTo>
                    <a:pt x="2666" y="1610"/>
                  </a:lnTo>
                  <a:lnTo>
                    <a:pt x="2603" y="1572"/>
                  </a:lnTo>
                  <a:lnTo>
                    <a:pt x="2528" y="1572"/>
                  </a:lnTo>
                  <a:lnTo>
                    <a:pt x="2490" y="1598"/>
                  </a:lnTo>
                  <a:lnTo>
                    <a:pt x="2427" y="1660"/>
                  </a:lnTo>
                  <a:lnTo>
                    <a:pt x="2289" y="1598"/>
                  </a:lnTo>
                  <a:lnTo>
                    <a:pt x="2239" y="1472"/>
                  </a:lnTo>
                  <a:lnTo>
                    <a:pt x="2176" y="1384"/>
                  </a:lnTo>
                  <a:lnTo>
                    <a:pt x="2100" y="1321"/>
                  </a:lnTo>
                  <a:lnTo>
                    <a:pt x="2125" y="1208"/>
                  </a:lnTo>
                  <a:lnTo>
                    <a:pt x="2163" y="1057"/>
                  </a:lnTo>
                  <a:lnTo>
                    <a:pt x="2113" y="881"/>
                  </a:lnTo>
                  <a:lnTo>
                    <a:pt x="1987" y="868"/>
                  </a:lnTo>
                  <a:lnTo>
                    <a:pt x="1874" y="906"/>
                  </a:lnTo>
                  <a:lnTo>
                    <a:pt x="1761" y="956"/>
                  </a:lnTo>
                  <a:lnTo>
                    <a:pt x="1635" y="1095"/>
                  </a:lnTo>
                  <a:lnTo>
                    <a:pt x="1585" y="1220"/>
                  </a:lnTo>
                  <a:lnTo>
                    <a:pt x="1522" y="1283"/>
                  </a:lnTo>
                  <a:lnTo>
                    <a:pt x="1472" y="1258"/>
                  </a:lnTo>
                  <a:lnTo>
                    <a:pt x="1396" y="1246"/>
                  </a:lnTo>
                  <a:lnTo>
                    <a:pt x="1258" y="1321"/>
                  </a:lnTo>
                  <a:lnTo>
                    <a:pt x="1132" y="1409"/>
                  </a:lnTo>
                  <a:lnTo>
                    <a:pt x="1032" y="1447"/>
                  </a:lnTo>
                  <a:lnTo>
                    <a:pt x="994" y="1409"/>
                  </a:lnTo>
                  <a:lnTo>
                    <a:pt x="918" y="1334"/>
                  </a:lnTo>
                  <a:lnTo>
                    <a:pt x="805" y="1321"/>
                  </a:lnTo>
                  <a:lnTo>
                    <a:pt x="768" y="1271"/>
                  </a:lnTo>
                  <a:lnTo>
                    <a:pt x="780" y="1220"/>
                  </a:lnTo>
                  <a:lnTo>
                    <a:pt x="805" y="1095"/>
                  </a:lnTo>
                  <a:lnTo>
                    <a:pt x="755" y="1019"/>
                  </a:lnTo>
                  <a:lnTo>
                    <a:pt x="642" y="1019"/>
                  </a:lnTo>
                  <a:lnTo>
                    <a:pt x="592" y="1032"/>
                  </a:lnTo>
                  <a:lnTo>
                    <a:pt x="529" y="1158"/>
                  </a:lnTo>
                  <a:lnTo>
                    <a:pt x="516" y="1396"/>
                  </a:lnTo>
                  <a:lnTo>
                    <a:pt x="491" y="1484"/>
                  </a:lnTo>
                  <a:lnTo>
                    <a:pt x="441" y="1472"/>
                  </a:lnTo>
                  <a:lnTo>
                    <a:pt x="390" y="1145"/>
                  </a:lnTo>
                  <a:lnTo>
                    <a:pt x="365" y="919"/>
                  </a:lnTo>
                  <a:lnTo>
                    <a:pt x="365" y="717"/>
                  </a:lnTo>
                  <a:lnTo>
                    <a:pt x="415" y="328"/>
                  </a:lnTo>
                  <a:lnTo>
                    <a:pt x="365" y="127"/>
                  </a:lnTo>
                  <a:lnTo>
                    <a:pt x="340" y="39"/>
                  </a:lnTo>
                  <a:lnTo>
                    <a:pt x="27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3029;p34">
              <a:extLst>
                <a:ext uri="{FF2B5EF4-FFF2-40B4-BE49-F238E27FC236}">
                  <a16:creationId xmlns:a16="http://schemas.microsoft.com/office/drawing/2014/main" id="{39F22193-E797-A70D-A375-9E55B4D9F263}"/>
                </a:ext>
              </a:extLst>
            </p:cNvPr>
            <p:cNvSpPr/>
            <p:nvPr/>
          </p:nvSpPr>
          <p:spPr>
            <a:xfrm>
              <a:off x="3031484" y="3538093"/>
              <a:ext cx="122873" cy="31319"/>
            </a:xfrm>
            <a:custGeom>
              <a:avLst/>
              <a:gdLst/>
              <a:ahLst/>
              <a:cxnLst/>
              <a:rect l="l" t="t" r="r" b="b"/>
              <a:pathLst>
                <a:path w="1534" h="391" extrusionOk="0">
                  <a:moveTo>
                    <a:pt x="390" y="1"/>
                  </a:moveTo>
                  <a:lnTo>
                    <a:pt x="214" y="51"/>
                  </a:lnTo>
                  <a:lnTo>
                    <a:pt x="25" y="177"/>
                  </a:lnTo>
                  <a:lnTo>
                    <a:pt x="0" y="202"/>
                  </a:lnTo>
                  <a:lnTo>
                    <a:pt x="38" y="240"/>
                  </a:lnTo>
                  <a:lnTo>
                    <a:pt x="264" y="353"/>
                  </a:lnTo>
                  <a:lnTo>
                    <a:pt x="440" y="391"/>
                  </a:lnTo>
                  <a:lnTo>
                    <a:pt x="528" y="366"/>
                  </a:lnTo>
                  <a:lnTo>
                    <a:pt x="704" y="328"/>
                  </a:lnTo>
                  <a:lnTo>
                    <a:pt x="1069" y="366"/>
                  </a:lnTo>
                  <a:lnTo>
                    <a:pt x="1320" y="366"/>
                  </a:lnTo>
                  <a:lnTo>
                    <a:pt x="1446" y="353"/>
                  </a:lnTo>
                  <a:lnTo>
                    <a:pt x="1534" y="278"/>
                  </a:lnTo>
                  <a:lnTo>
                    <a:pt x="1459" y="190"/>
                  </a:lnTo>
                  <a:lnTo>
                    <a:pt x="1257" y="127"/>
                  </a:lnTo>
                  <a:lnTo>
                    <a:pt x="1132" y="102"/>
                  </a:lnTo>
                  <a:lnTo>
                    <a:pt x="742" y="76"/>
                  </a:lnTo>
                  <a:lnTo>
                    <a:pt x="478" y="14"/>
                  </a:lnTo>
                  <a:lnTo>
                    <a:pt x="39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3030;p34">
              <a:extLst>
                <a:ext uri="{FF2B5EF4-FFF2-40B4-BE49-F238E27FC236}">
                  <a16:creationId xmlns:a16="http://schemas.microsoft.com/office/drawing/2014/main" id="{2CBA2139-FE83-02D3-A37D-F9F3A8CC71C2}"/>
                </a:ext>
              </a:extLst>
            </p:cNvPr>
            <p:cNvSpPr/>
            <p:nvPr/>
          </p:nvSpPr>
          <p:spPr>
            <a:xfrm>
              <a:off x="1334386" y="2111012"/>
              <a:ext cx="363654" cy="369662"/>
            </a:xfrm>
            <a:custGeom>
              <a:avLst/>
              <a:gdLst/>
              <a:ahLst/>
              <a:cxnLst/>
              <a:rect l="l" t="t" r="r" b="b"/>
              <a:pathLst>
                <a:path w="4540" h="4615" extrusionOk="0">
                  <a:moveTo>
                    <a:pt x="1522" y="0"/>
                  </a:moveTo>
                  <a:lnTo>
                    <a:pt x="1208" y="76"/>
                  </a:lnTo>
                  <a:lnTo>
                    <a:pt x="881" y="239"/>
                  </a:lnTo>
                  <a:lnTo>
                    <a:pt x="730" y="378"/>
                  </a:lnTo>
                  <a:lnTo>
                    <a:pt x="504" y="579"/>
                  </a:lnTo>
                  <a:lnTo>
                    <a:pt x="428" y="591"/>
                  </a:lnTo>
                  <a:lnTo>
                    <a:pt x="390" y="717"/>
                  </a:lnTo>
                  <a:lnTo>
                    <a:pt x="340" y="855"/>
                  </a:lnTo>
                  <a:lnTo>
                    <a:pt x="390" y="943"/>
                  </a:lnTo>
                  <a:lnTo>
                    <a:pt x="504" y="1057"/>
                  </a:lnTo>
                  <a:lnTo>
                    <a:pt x="667" y="1170"/>
                  </a:lnTo>
                  <a:lnTo>
                    <a:pt x="881" y="1258"/>
                  </a:lnTo>
                  <a:lnTo>
                    <a:pt x="931" y="1333"/>
                  </a:lnTo>
                  <a:lnTo>
                    <a:pt x="919" y="1396"/>
                  </a:lnTo>
                  <a:lnTo>
                    <a:pt x="868" y="1459"/>
                  </a:lnTo>
                  <a:lnTo>
                    <a:pt x="705" y="1471"/>
                  </a:lnTo>
                  <a:lnTo>
                    <a:pt x="365" y="1409"/>
                  </a:lnTo>
                  <a:lnTo>
                    <a:pt x="189" y="1396"/>
                  </a:lnTo>
                  <a:lnTo>
                    <a:pt x="139" y="1421"/>
                  </a:lnTo>
                  <a:lnTo>
                    <a:pt x="189" y="1559"/>
                  </a:lnTo>
                  <a:lnTo>
                    <a:pt x="504" y="1823"/>
                  </a:lnTo>
                  <a:lnTo>
                    <a:pt x="780" y="1937"/>
                  </a:lnTo>
                  <a:lnTo>
                    <a:pt x="1032" y="2037"/>
                  </a:lnTo>
                  <a:lnTo>
                    <a:pt x="1384" y="2314"/>
                  </a:lnTo>
                  <a:lnTo>
                    <a:pt x="1510" y="2465"/>
                  </a:lnTo>
                  <a:lnTo>
                    <a:pt x="1560" y="2528"/>
                  </a:lnTo>
                  <a:lnTo>
                    <a:pt x="1547" y="2641"/>
                  </a:lnTo>
                  <a:lnTo>
                    <a:pt x="1447" y="2716"/>
                  </a:lnTo>
                  <a:lnTo>
                    <a:pt x="1258" y="2741"/>
                  </a:lnTo>
                  <a:lnTo>
                    <a:pt x="1132" y="2716"/>
                  </a:lnTo>
                  <a:lnTo>
                    <a:pt x="906" y="2666"/>
                  </a:lnTo>
                  <a:lnTo>
                    <a:pt x="516" y="2490"/>
                  </a:lnTo>
                  <a:lnTo>
                    <a:pt x="340" y="2352"/>
                  </a:lnTo>
                  <a:lnTo>
                    <a:pt x="252" y="2276"/>
                  </a:lnTo>
                  <a:lnTo>
                    <a:pt x="139" y="2264"/>
                  </a:lnTo>
                  <a:lnTo>
                    <a:pt x="51" y="2402"/>
                  </a:lnTo>
                  <a:lnTo>
                    <a:pt x="13" y="2565"/>
                  </a:lnTo>
                  <a:lnTo>
                    <a:pt x="1" y="2666"/>
                  </a:lnTo>
                  <a:lnTo>
                    <a:pt x="51" y="2842"/>
                  </a:lnTo>
                  <a:lnTo>
                    <a:pt x="177" y="3005"/>
                  </a:lnTo>
                  <a:lnTo>
                    <a:pt x="378" y="3131"/>
                  </a:lnTo>
                  <a:lnTo>
                    <a:pt x="491" y="3169"/>
                  </a:lnTo>
                  <a:lnTo>
                    <a:pt x="680" y="3219"/>
                  </a:lnTo>
                  <a:lnTo>
                    <a:pt x="768" y="3345"/>
                  </a:lnTo>
                  <a:lnTo>
                    <a:pt x="768" y="3357"/>
                  </a:lnTo>
                  <a:lnTo>
                    <a:pt x="680" y="3559"/>
                  </a:lnTo>
                  <a:lnTo>
                    <a:pt x="692" y="3810"/>
                  </a:lnTo>
                  <a:lnTo>
                    <a:pt x="1007" y="3999"/>
                  </a:lnTo>
                  <a:lnTo>
                    <a:pt x="1409" y="4099"/>
                  </a:lnTo>
                  <a:lnTo>
                    <a:pt x="1623" y="4137"/>
                  </a:lnTo>
                  <a:lnTo>
                    <a:pt x="1950" y="4137"/>
                  </a:lnTo>
                  <a:lnTo>
                    <a:pt x="2327" y="4011"/>
                  </a:lnTo>
                  <a:lnTo>
                    <a:pt x="2591" y="3974"/>
                  </a:lnTo>
                  <a:lnTo>
                    <a:pt x="2729" y="3974"/>
                  </a:lnTo>
                  <a:lnTo>
                    <a:pt x="2955" y="3999"/>
                  </a:lnTo>
                  <a:lnTo>
                    <a:pt x="3144" y="4099"/>
                  </a:lnTo>
                  <a:lnTo>
                    <a:pt x="3308" y="4275"/>
                  </a:lnTo>
                  <a:lnTo>
                    <a:pt x="3396" y="4401"/>
                  </a:lnTo>
                  <a:lnTo>
                    <a:pt x="3471" y="4514"/>
                  </a:lnTo>
                  <a:lnTo>
                    <a:pt x="3647" y="4615"/>
                  </a:lnTo>
                  <a:lnTo>
                    <a:pt x="3898" y="4577"/>
                  </a:lnTo>
                  <a:lnTo>
                    <a:pt x="4012" y="4477"/>
                  </a:lnTo>
                  <a:lnTo>
                    <a:pt x="4049" y="4414"/>
                  </a:lnTo>
                  <a:lnTo>
                    <a:pt x="4062" y="4300"/>
                  </a:lnTo>
                  <a:lnTo>
                    <a:pt x="4012" y="4112"/>
                  </a:lnTo>
                  <a:lnTo>
                    <a:pt x="3999" y="3986"/>
                  </a:lnTo>
                  <a:lnTo>
                    <a:pt x="3999" y="3948"/>
                  </a:lnTo>
                  <a:lnTo>
                    <a:pt x="4074" y="3923"/>
                  </a:lnTo>
                  <a:lnTo>
                    <a:pt x="4288" y="3961"/>
                  </a:lnTo>
                  <a:lnTo>
                    <a:pt x="4464" y="3948"/>
                  </a:lnTo>
                  <a:lnTo>
                    <a:pt x="4502" y="3936"/>
                  </a:lnTo>
                  <a:lnTo>
                    <a:pt x="4540" y="3886"/>
                  </a:lnTo>
                  <a:lnTo>
                    <a:pt x="4502" y="3772"/>
                  </a:lnTo>
                  <a:lnTo>
                    <a:pt x="4238" y="3395"/>
                  </a:lnTo>
                  <a:lnTo>
                    <a:pt x="4062" y="3043"/>
                  </a:lnTo>
                  <a:lnTo>
                    <a:pt x="3911" y="2754"/>
                  </a:lnTo>
                  <a:lnTo>
                    <a:pt x="3760" y="2440"/>
                  </a:lnTo>
                  <a:lnTo>
                    <a:pt x="3760" y="2062"/>
                  </a:lnTo>
                  <a:lnTo>
                    <a:pt x="3823" y="1748"/>
                  </a:lnTo>
                  <a:lnTo>
                    <a:pt x="3911" y="1195"/>
                  </a:lnTo>
                  <a:lnTo>
                    <a:pt x="3898" y="981"/>
                  </a:lnTo>
                  <a:lnTo>
                    <a:pt x="3949" y="956"/>
                  </a:lnTo>
                  <a:lnTo>
                    <a:pt x="4037" y="931"/>
                  </a:lnTo>
                  <a:lnTo>
                    <a:pt x="4125" y="880"/>
                  </a:lnTo>
                  <a:lnTo>
                    <a:pt x="4200" y="755"/>
                  </a:lnTo>
                  <a:lnTo>
                    <a:pt x="4175" y="616"/>
                  </a:lnTo>
                  <a:lnTo>
                    <a:pt x="4037" y="478"/>
                  </a:lnTo>
                  <a:lnTo>
                    <a:pt x="3924" y="428"/>
                  </a:lnTo>
                  <a:lnTo>
                    <a:pt x="3823" y="390"/>
                  </a:lnTo>
                  <a:lnTo>
                    <a:pt x="3722" y="478"/>
                  </a:lnTo>
                  <a:lnTo>
                    <a:pt x="3672" y="616"/>
                  </a:lnTo>
                  <a:lnTo>
                    <a:pt x="3584" y="692"/>
                  </a:lnTo>
                  <a:lnTo>
                    <a:pt x="3484" y="654"/>
                  </a:lnTo>
                  <a:lnTo>
                    <a:pt x="3421" y="629"/>
                  </a:lnTo>
                  <a:lnTo>
                    <a:pt x="3345" y="654"/>
                  </a:lnTo>
                  <a:lnTo>
                    <a:pt x="3270" y="830"/>
                  </a:lnTo>
                  <a:lnTo>
                    <a:pt x="3194" y="1396"/>
                  </a:lnTo>
                  <a:lnTo>
                    <a:pt x="3131" y="1685"/>
                  </a:lnTo>
                  <a:lnTo>
                    <a:pt x="3081" y="1773"/>
                  </a:lnTo>
                  <a:lnTo>
                    <a:pt x="3006" y="1811"/>
                  </a:lnTo>
                  <a:lnTo>
                    <a:pt x="2918" y="1660"/>
                  </a:lnTo>
                  <a:lnTo>
                    <a:pt x="2880" y="1446"/>
                  </a:lnTo>
                  <a:lnTo>
                    <a:pt x="2855" y="1207"/>
                  </a:lnTo>
                  <a:lnTo>
                    <a:pt x="2830" y="868"/>
                  </a:lnTo>
                  <a:lnTo>
                    <a:pt x="2754" y="730"/>
                  </a:lnTo>
                  <a:lnTo>
                    <a:pt x="2679" y="704"/>
                  </a:lnTo>
                  <a:lnTo>
                    <a:pt x="2616" y="704"/>
                  </a:lnTo>
                  <a:lnTo>
                    <a:pt x="2515" y="792"/>
                  </a:lnTo>
                  <a:lnTo>
                    <a:pt x="2415" y="981"/>
                  </a:lnTo>
                  <a:lnTo>
                    <a:pt x="2314" y="1031"/>
                  </a:lnTo>
                  <a:lnTo>
                    <a:pt x="2226" y="1019"/>
                  </a:lnTo>
                  <a:lnTo>
                    <a:pt x="2163" y="868"/>
                  </a:lnTo>
                  <a:lnTo>
                    <a:pt x="2176" y="730"/>
                  </a:lnTo>
                  <a:lnTo>
                    <a:pt x="2176" y="616"/>
                  </a:lnTo>
                  <a:lnTo>
                    <a:pt x="2063" y="604"/>
                  </a:lnTo>
                  <a:lnTo>
                    <a:pt x="1887" y="642"/>
                  </a:lnTo>
                  <a:lnTo>
                    <a:pt x="1723" y="679"/>
                  </a:lnTo>
                  <a:lnTo>
                    <a:pt x="1598" y="604"/>
                  </a:lnTo>
                  <a:lnTo>
                    <a:pt x="1585" y="453"/>
                  </a:lnTo>
                  <a:lnTo>
                    <a:pt x="1610" y="302"/>
                  </a:lnTo>
                  <a:lnTo>
                    <a:pt x="1736" y="164"/>
                  </a:lnTo>
                  <a:lnTo>
                    <a:pt x="1748" y="76"/>
                  </a:lnTo>
                  <a:lnTo>
                    <a:pt x="1723" y="25"/>
                  </a:lnTo>
                  <a:lnTo>
                    <a:pt x="152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3031;p34">
              <a:extLst>
                <a:ext uri="{FF2B5EF4-FFF2-40B4-BE49-F238E27FC236}">
                  <a16:creationId xmlns:a16="http://schemas.microsoft.com/office/drawing/2014/main" id="{F9BD2320-7842-F6C3-4846-1FB04F3E5E39}"/>
                </a:ext>
              </a:extLst>
            </p:cNvPr>
            <p:cNvSpPr/>
            <p:nvPr/>
          </p:nvSpPr>
          <p:spPr>
            <a:xfrm>
              <a:off x="1697964" y="2142251"/>
              <a:ext cx="117907" cy="184390"/>
            </a:xfrm>
            <a:custGeom>
              <a:avLst/>
              <a:gdLst/>
              <a:ahLst/>
              <a:cxnLst/>
              <a:rect l="l" t="t" r="r" b="b"/>
              <a:pathLst>
                <a:path w="1472" h="2302" extrusionOk="0">
                  <a:moveTo>
                    <a:pt x="1195" y="0"/>
                  </a:moveTo>
                  <a:lnTo>
                    <a:pt x="1095" y="13"/>
                  </a:lnTo>
                  <a:lnTo>
                    <a:pt x="1032" y="63"/>
                  </a:lnTo>
                  <a:lnTo>
                    <a:pt x="931" y="151"/>
                  </a:lnTo>
                  <a:lnTo>
                    <a:pt x="730" y="189"/>
                  </a:lnTo>
                  <a:lnTo>
                    <a:pt x="579" y="201"/>
                  </a:lnTo>
                  <a:lnTo>
                    <a:pt x="504" y="226"/>
                  </a:lnTo>
                  <a:lnTo>
                    <a:pt x="466" y="340"/>
                  </a:lnTo>
                  <a:lnTo>
                    <a:pt x="491" y="516"/>
                  </a:lnTo>
                  <a:lnTo>
                    <a:pt x="479" y="755"/>
                  </a:lnTo>
                  <a:lnTo>
                    <a:pt x="428" y="893"/>
                  </a:lnTo>
                  <a:lnTo>
                    <a:pt x="365" y="1006"/>
                  </a:lnTo>
                  <a:lnTo>
                    <a:pt x="302" y="993"/>
                  </a:lnTo>
                  <a:lnTo>
                    <a:pt x="252" y="830"/>
                  </a:lnTo>
                  <a:lnTo>
                    <a:pt x="177" y="667"/>
                  </a:lnTo>
                  <a:lnTo>
                    <a:pt x="114" y="629"/>
                  </a:lnTo>
                  <a:lnTo>
                    <a:pt x="51" y="629"/>
                  </a:lnTo>
                  <a:lnTo>
                    <a:pt x="1" y="830"/>
                  </a:lnTo>
                  <a:lnTo>
                    <a:pt x="38" y="1157"/>
                  </a:lnTo>
                  <a:lnTo>
                    <a:pt x="177" y="1509"/>
                  </a:lnTo>
                  <a:lnTo>
                    <a:pt x="277" y="1647"/>
                  </a:lnTo>
                  <a:lnTo>
                    <a:pt x="390" y="1773"/>
                  </a:lnTo>
                  <a:lnTo>
                    <a:pt x="491" y="1974"/>
                  </a:lnTo>
                  <a:lnTo>
                    <a:pt x="516" y="2213"/>
                  </a:lnTo>
                  <a:lnTo>
                    <a:pt x="579" y="2288"/>
                  </a:lnTo>
                  <a:lnTo>
                    <a:pt x="629" y="2301"/>
                  </a:lnTo>
                  <a:lnTo>
                    <a:pt x="730" y="2251"/>
                  </a:lnTo>
                  <a:lnTo>
                    <a:pt x="831" y="2087"/>
                  </a:lnTo>
                  <a:lnTo>
                    <a:pt x="856" y="2050"/>
                  </a:lnTo>
                  <a:lnTo>
                    <a:pt x="906" y="1949"/>
                  </a:lnTo>
                  <a:lnTo>
                    <a:pt x="1296" y="1635"/>
                  </a:lnTo>
                  <a:lnTo>
                    <a:pt x="1396" y="1547"/>
                  </a:lnTo>
                  <a:lnTo>
                    <a:pt x="1472" y="1396"/>
                  </a:lnTo>
                  <a:lnTo>
                    <a:pt x="1359" y="1195"/>
                  </a:lnTo>
                  <a:lnTo>
                    <a:pt x="1245" y="1056"/>
                  </a:lnTo>
                  <a:lnTo>
                    <a:pt x="1157" y="943"/>
                  </a:lnTo>
                  <a:lnTo>
                    <a:pt x="1208" y="805"/>
                  </a:lnTo>
                  <a:lnTo>
                    <a:pt x="1334" y="679"/>
                  </a:lnTo>
                  <a:lnTo>
                    <a:pt x="1384" y="604"/>
                  </a:lnTo>
                  <a:lnTo>
                    <a:pt x="1396" y="453"/>
                  </a:lnTo>
                  <a:lnTo>
                    <a:pt x="1308" y="277"/>
                  </a:lnTo>
                  <a:lnTo>
                    <a:pt x="1283" y="189"/>
                  </a:lnTo>
                  <a:lnTo>
                    <a:pt x="1283" y="113"/>
                  </a:lnTo>
                  <a:lnTo>
                    <a:pt x="119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3032;p34">
              <a:extLst>
                <a:ext uri="{FF2B5EF4-FFF2-40B4-BE49-F238E27FC236}">
                  <a16:creationId xmlns:a16="http://schemas.microsoft.com/office/drawing/2014/main" id="{777468E2-0059-1C65-5EBF-149B9B427077}"/>
                </a:ext>
              </a:extLst>
            </p:cNvPr>
            <p:cNvSpPr/>
            <p:nvPr/>
          </p:nvSpPr>
          <p:spPr>
            <a:xfrm>
              <a:off x="1258850" y="1972998"/>
              <a:ext cx="194483" cy="203534"/>
            </a:xfrm>
            <a:custGeom>
              <a:avLst/>
              <a:gdLst/>
              <a:ahLst/>
              <a:cxnLst/>
              <a:rect l="l" t="t" r="r" b="b"/>
              <a:pathLst>
                <a:path w="2428" h="2541" extrusionOk="0">
                  <a:moveTo>
                    <a:pt x="1069" y="1"/>
                  </a:moveTo>
                  <a:lnTo>
                    <a:pt x="969" y="64"/>
                  </a:lnTo>
                  <a:lnTo>
                    <a:pt x="893" y="215"/>
                  </a:lnTo>
                  <a:lnTo>
                    <a:pt x="843" y="491"/>
                  </a:lnTo>
                  <a:lnTo>
                    <a:pt x="755" y="717"/>
                  </a:lnTo>
                  <a:lnTo>
                    <a:pt x="654" y="755"/>
                  </a:lnTo>
                  <a:lnTo>
                    <a:pt x="541" y="780"/>
                  </a:lnTo>
                  <a:lnTo>
                    <a:pt x="277" y="969"/>
                  </a:lnTo>
                  <a:lnTo>
                    <a:pt x="64" y="1233"/>
                  </a:lnTo>
                  <a:lnTo>
                    <a:pt x="1" y="1447"/>
                  </a:lnTo>
                  <a:lnTo>
                    <a:pt x="26" y="1572"/>
                  </a:lnTo>
                  <a:lnTo>
                    <a:pt x="51" y="1635"/>
                  </a:lnTo>
                  <a:lnTo>
                    <a:pt x="126" y="1748"/>
                  </a:lnTo>
                  <a:lnTo>
                    <a:pt x="177" y="2013"/>
                  </a:lnTo>
                  <a:lnTo>
                    <a:pt x="152" y="2365"/>
                  </a:lnTo>
                  <a:lnTo>
                    <a:pt x="126" y="2427"/>
                  </a:lnTo>
                  <a:lnTo>
                    <a:pt x="152" y="2490"/>
                  </a:lnTo>
                  <a:lnTo>
                    <a:pt x="240" y="2541"/>
                  </a:lnTo>
                  <a:lnTo>
                    <a:pt x="428" y="2503"/>
                  </a:lnTo>
                  <a:lnTo>
                    <a:pt x="868" y="2138"/>
                  </a:lnTo>
                  <a:lnTo>
                    <a:pt x="1082" y="1849"/>
                  </a:lnTo>
                  <a:lnTo>
                    <a:pt x="1170" y="1736"/>
                  </a:lnTo>
                  <a:lnTo>
                    <a:pt x="1371" y="1585"/>
                  </a:lnTo>
                  <a:lnTo>
                    <a:pt x="1748" y="1497"/>
                  </a:lnTo>
                  <a:lnTo>
                    <a:pt x="2025" y="1447"/>
                  </a:lnTo>
                  <a:lnTo>
                    <a:pt x="2264" y="1396"/>
                  </a:lnTo>
                  <a:lnTo>
                    <a:pt x="2415" y="1346"/>
                  </a:lnTo>
                  <a:lnTo>
                    <a:pt x="2427" y="1220"/>
                  </a:lnTo>
                  <a:lnTo>
                    <a:pt x="2415" y="1095"/>
                  </a:lnTo>
                  <a:lnTo>
                    <a:pt x="2377" y="981"/>
                  </a:lnTo>
                  <a:lnTo>
                    <a:pt x="2201" y="868"/>
                  </a:lnTo>
                  <a:lnTo>
                    <a:pt x="2000" y="805"/>
                  </a:lnTo>
                  <a:lnTo>
                    <a:pt x="1824" y="680"/>
                  </a:lnTo>
                  <a:lnTo>
                    <a:pt x="1774" y="541"/>
                  </a:lnTo>
                  <a:lnTo>
                    <a:pt x="1736" y="403"/>
                  </a:lnTo>
                  <a:lnTo>
                    <a:pt x="1623" y="189"/>
                  </a:lnTo>
                  <a:lnTo>
                    <a:pt x="1472" y="64"/>
                  </a:lnTo>
                  <a:lnTo>
                    <a:pt x="125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3033;p34">
              <a:extLst>
                <a:ext uri="{FF2B5EF4-FFF2-40B4-BE49-F238E27FC236}">
                  <a16:creationId xmlns:a16="http://schemas.microsoft.com/office/drawing/2014/main" id="{9E2AC8F7-7E14-9200-F0FF-5CF57F04E30A}"/>
                </a:ext>
              </a:extLst>
            </p:cNvPr>
            <p:cNvSpPr/>
            <p:nvPr/>
          </p:nvSpPr>
          <p:spPr>
            <a:xfrm>
              <a:off x="1941711" y="2163398"/>
              <a:ext cx="753421" cy="679889"/>
            </a:xfrm>
            <a:custGeom>
              <a:avLst/>
              <a:gdLst/>
              <a:ahLst/>
              <a:cxnLst/>
              <a:rect l="l" t="t" r="r" b="b"/>
              <a:pathLst>
                <a:path w="9406" h="8488" extrusionOk="0">
                  <a:moveTo>
                    <a:pt x="2654" y="0"/>
                  </a:moveTo>
                  <a:lnTo>
                    <a:pt x="2427" y="38"/>
                  </a:lnTo>
                  <a:lnTo>
                    <a:pt x="2264" y="138"/>
                  </a:lnTo>
                  <a:lnTo>
                    <a:pt x="2251" y="214"/>
                  </a:lnTo>
                  <a:lnTo>
                    <a:pt x="2239" y="277"/>
                  </a:lnTo>
                  <a:lnTo>
                    <a:pt x="2188" y="289"/>
                  </a:lnTo>
                  <a:lnTo>
                    <a:pt x="2100" y="252"/>
                  </a:lnTo>
                  <a:lnTo>
                    <a:pt x="1962" y="226"/>
                  </a:lnTo>
                  <a:lnTo>
                    <a:pt x="1874" y="252"/>
                  </a:lnTo>
                  <a:lnTo>
                    <a:pt x="1673" y="327"/>
                  </a:lnTo>
                  <a:lnTo>
                    <a:pt x="1409" y="528"/>
                  </a:lnTo>
                  <a:lnTo>
                    <a:pt x="1308" y="704"/>
                  </a:lnTo>
                  <a:lnTo>
                    <a:pt x="1283" y="805"/>
                  </a:lnTo>
                  <a:lnTo>
                    <a:pt x="1283" y="1006"/>
                  </a:lnTo>
                  <a:lnTo>
                    <a:pt x="1296" y="1346"/>
                  </a:lnTo>
                  <a:lnTo>
                    <a:pt x="1258" y="1496"/>
                  </a:lnTo>
                  <a:lnTo>
                    <a:pt x="1233" y="1572"/>
                  </a:lnTo>
                  <a:lnTo>
                    <a:pt x="1245" y="1698"/>
                  </a:lnTo>
                  <a:lnTo>
                    <a:pt x="1371" y="1861"/>
                  </a:lnTo>
                  <a:lnTo>
                    <a:pt x="1484" y="2037"/>
                  </a:lnTo>
                  <a:lnTo>
                    <a:pt x="1522" y="2125"/>
                  </a:lnTo>
                  <a:lnTo>
                    <a:pt x="1484" y="2276"/>
                  </a:lnTo>
                  <a:lnTo>
                    <a:pt x="1371" y="2351"/>
                  </a:lnTo>
                  <a:lnTo>
                    <a:pt x="1245" y="2301"/>
                  </a:lnTo>
                  <a:lnTo>
                    <a:pt x="1220" y="2213"/>
                  </a:lnTo>
                  <a:lnTo>
                    <a:pt x="1182" y="2024"/>
                  </a:lnTo>
                  <a:lnTo>
                    <a:pt x="1006" y="1660"/>
                  </a:lnTo>
                  <a:lnTo>
                    <a:pt x="931" y="1496"/>
                  </a:lnTo>
                  <a:lnTo>
                    <a:pt x="881" y="1220"/>
                  </a:lnTo>
                  <a:lnTo>
                    <a:pt x="931" y="868"/>
                  </a:lnTo>
                  <a:lnTo>
                    <a:pt x="981" y="667"/>
                  </a:lnTo>
                  <a:lnTo>
                    <a:pt x="1006" y="566"/>
                  </a:lnTo>
                  <a:lnTo>
                    <a:pt x="994" y="377"/>
                  </a:lnTo>
                  <a:lnTo>
                    <a:pt x="918" y="252"/>
                  </a:lnTo>
                  <a:lnTo>
                    <a:pt x="767" y="277"/>
                  </a:lnTo>
                  <a:lnTo>
                    <a:pt x="654" y="377"/>
                  </a:lnTo>
                  <a:lnTo>
                    <a:pt x="529" y="491"/>
                  </a:lnTo>
                  <a:lnTo>
                    <a:pt x="315" y="792"/>
                  </a:lnTo>
                  <a:lnTo>
                    <a:pt x="101" y="1308"/>
                  </a:lnTo>
                  <a:lnTo>
                    <a:pt x="26" y="1660"/>
                  </a:lnTo>
                  <a:lnTo>
                    <a:pt x="1" y="1823"/>
                  </a:lnTo>
                  <a:lnTo>
                    <a:pt x="13" y="2050"/>
                  </a:lnTo>
                  <a:lnTo>
                    <a:pt x="89" y="2175"/>
                  </a:lnTo>
                  <a:lnTo>
                    <a:pt x="239" y="2251"/>
                  </a:lnTo>
                  <a:lnTo>
                    <a:pt x="353" y="2263"/>
                  </a:lnTo>
                  <a:lnTo>
                    <a:pt x="453" y="2276"/>
                  </a:lnTo>
                  <a:lnTo>
                    <a:pt x="554" y="2339"/>
                  </a:lnTo>
                  <a:lnTo>
                    <a:pt x="566" y="2427"/>
                  </a:lnTo>
                  <a:lnTo>
                    <a:pt x="554" y="2439"/>
                  </a:lnTo>
                  <a:lnTo>
                    <a:pt x="491" y="2465"/>
                  </a:lnTo>
                  <a:lnTo>
                    <a:pt x="365" y="2666"/>
                  </a:lnTo>
                  <a:lnTo>
                    <a:pt x="353" y="2729"/>
                  </a:lnTo>
                  <a:lnTo>
                    <a:pt x="503" y="2804"/>
                  </a:lnTo>
                  <a:lnTo>
                    <a:pt x="730" y="2842"/>
                  </a:lnTo>
                  <a:lnTo>
                    <a:pt x="931" y="2917"/>
                  </a:lnTo>
                  <a:lnTo>
                    <a:pt x="981" y="2980"/>
                  </a:lnTo>
                  <a:lnTo>
                    <a:pt x="1044" y="3118"/>
                  </a:lnTo>
                  <a:lnTo>
                    <a:pt x="1220" y="3219"/>
                  </a:lnTo>
                  <a:lnTo>
                    <a:pt x="1421" y="3194"/>
                  </a:lnTo>
                  <a:lnTo>
                    <a:pt x="1949" y="3144"/>
                  </a:lnTo>
                  <a:lnTo>
                    <a:pt x="2477" y="3056"/>
                  </a:lnTo>
                  <a:lnTo>
                    <a:pt x="2578" y="3030"/>
                  </a:lnTo>
                  <a:lnTo>
                    <a:pt x="2691" y="3043"/>
                  </a:lnTo>
                  <a:lnTo>
                    <a:pt x="2742" y="3118"/>
                  </a:lnTo>
                  <a:lnTo>
                    <a:pt x="2830" y="3156"/>
                  </a:lnTo>
                  <a:lnTo>
                    <a:pt x="2880" y="3144"/>
                  </a:lnTo>
                  <a:lnTo>
                    <a:pt x="2955" y="3005"/>
                  </a:lnTo>
                  <a:lnTo>
                    <a:pt x="3056" y="2716"/>
                  </a:lnTo>
                  <a:lnTo>
                    <a:pt x="3156" y="2603"/>
                  </a:lnTo>
                  <a:lnTo>
                    <a:pt x="3207" y="2590"/>
                  </a:lnTo>
                  <a:lnTo>
                    <a:pt x="3295" y="2641"/>
                  </a:lnTo>
                  <a:lnTo>
                    <a:pt x="3446" y="2829"/>
                  </a:lnTo>
                  <a:lnTo>
                    <a:pt x="3622" y="2942"/>
                  </a:lnTo>
                  <a:lnTo>
                    <a:pt x="3798" y="3018"/>
                  </a:lnTo>
                  <a:lnTo>
                    <a:pt x="3949" y="3018"/>
                  </a:lnTo>
                  <a:lnTo>
                    <a:pt x="3986" y="3081"/>
                  </a:lnTo>
                  <a:lnTo>
                    <a:pt x="4011" y="3181"/>
                  </a:lnTo>
                  <a:lnTo>
                    <a:pt x="4112" y="3370"/>
                  </a:lnTo>
                  <a:lnTo>
                    <a:pt x="4275" y="3470"/>
                  </a:lnTo>
                  <a:lnTo>
                    <a:pt x="4452" y="3558"/>
                  </a:lnTo>
                  <a:lnTo>
                    <a:pt x="4640" y="3722"/>
                  </a:lnTo>
                  <a:lnTo>
                    <a:pt x="4703" y="3898"/>
                  </a:lnTo>
                  <a:lnTo>
                    <a:pt x="4741" y="3986"/>
                  </a:lnTo>
                  <a:lnTo>
                    <a:pt x="4866" y="4124"/>
                  </a:lnTo>
                  <a:lnTo>
                    <a:pt x="5105" y="4225"/>
                  </a:lnTo>
                  <a:lnTo>
                    <a:pt x="5244" y="4250"/>
                  </a:lnTo>
                  <a:lnTo>
                    <a:pt x="5294" y="4263"/>
                  </a:lnTo>
                  <a:lnTo>
                    <a:pt x="5395" y="4363"/>
                  </a:lnTo>
                  <a:lnTo>
                    <a:pt x="5520" y="4678"/>
                  </a:lnTo>
                  <a:lnTo>
                    <a:pt x="5545" y="4979"/>
                  </a:lnTo>
                  <a:lnTo>
                    <a:pt x="5558" y="5118"/>
                  </a:lnTo>
                  <a:lnTo>
                    <a:pt x="5646" y="5243"/>
                  </a:lnTo>
                  <a:lnTo>
                    <a:pt x="5860" y="5231"/>
                  </a:lnTo>
                  <a:lnTo>
                    <a:pt x="5998" y="5180"/>
                  </a:lnTo>
                  <a:lnTo>
                    <a:pt x="6149" y="5143"/>
                  </a:lnTo>
                  <a:lnTo>
                    <a:pt x="6375" y="5168"/>
                  </a:lnTo>
                  <a:lnTo>
                    <a:pt x="6501" y="5281"/>
                  </a:lnTo>
                  <a:lnTo>
                    <a:pt x="6539" y="5369"/>
                  </a:lnTo>
                  <a:lnTo>
                    <a:pt x="6564" y="5457"/>
                  </a:lnTo>
                  <a:lnTo>
                    <a:pt x="6501" y="5558"/>
                  </a:lnTo>
                  <a:lnTo>
                    <a:pt x="6262" y="5633"/>
                  </a:lnTo>
                  <a:lnTo>
                    <a:pt x="6111" y="5709"/>
                  </a:lnTo>
                  <a:lnTo>
                    <a:pt x="6061" y="5734"/>
                  </a:lnTo>
                  <a:lnTo>
                    <a:pt x="5935" y="5646"/>
                  </a:lnTo>
                  <a:lnTo>
                    <a:pt x="5709" y="5356"/>
                  </a:lnTo>
                  <a:lnTo>
                    <a:pt x="5533" y="5231"/>
                  </a:lnTo>
                  <a:lnTo>
                    <a:pt x="5445" y="5206"/>
                  </a:lnTo>
                  <a:lnTo>
                    <a:pt x="5344" y="5306"/>
                  </a:lnTo>
                  <a:lnTo>
                    <a:pt x="5256" y="5633"/>
                  </a:lnTo>
                  <a:lnTo>
                    <a:pt x="5156" y="5834"/>
                  </a:lnTo>
                  <a:lnTo>
                    <a:pt x="5118" y="5910"/>
                  </a:lnTo>
                  <a:lnTo>
                    <a:pt x="5193" y="6048"/>
                  </a:lnTo>
                  <a:lnTo>
                    <a:pt x="5344" y="6186"/>
                  </a:lnTo>
                  <a:lnTo>
                    <a:pt x="5470" y="6350"/>
                  </a:lnTo>
                  <a:lnTo>
                    <a:pt x="5470" y="6463"/>
                  </a:lnTo>
                  <a:lnTo>
                    <a:pt x="5445" y="6564"/>
                  </a:lnTo>
                  <a:lnTo>
                    <a:pt x="5319" y="6702"/>
                  </a:lnTo>
                  <a:lnTo>
                    <a:pt x="5030" y="6802"/>
                  </a:lnTo>
                  <a:lnTo>
                    <a:pt x="4804" y="6853"/>
                  </a:lnTo>
                  <a:lnTo>
                    <a:pt x="4703" y="6865"/>
                  </a:lnTo>
                  <a:lnTo>
                    <a:pt x="4565" y="6802"/>
                  </a:lnTo>
                  <a:lnTo>
                    <a:pt x="4464" y="6752"/>
                  </a:lnTo>
                  <a:lnTo>
                    <a:pt x="4313" y="6828"/>
                  </a:lnTo>
                  <a:lnTo>
                    <a:pt x="4200" y="6978"/>
                  </a:lnTo>
                  <a:lnTo>
                    <a:pt x="4099" y="7142"/>
                  </a:lnTo>
                  <a:lnTo>
                    <a:pt x="4074" y="7356"/>
                  </a:lnTo>
                  <a:lnTo>
                    <a:pt x="4275" y="7494"/>
                  </a:lnTo>
                  <a:lnTo>
                    <a:pt x="4426" y="7532"/>
                  </a:lnTo>
                  <a:lnTo>
                    <a:pt x="4540" y="7557"/>
                  </a:lnTo>
                  <a:lnTo>
                    <a:pt x="4791" y="7469"/>
                  </a:lnTo>
                  <a:lnTo>
                    <a:pt x="4954" y="7343"/>
                  </a:lnTo>
                  <a:lnTo>
                    <a:pt x="5118" y="7230"/>
                  </a:lnTo>
                  <a:lnTo>
                    <a:pt x="5445" y="7167"/>
                  </a:lnTo>
                  <a:lnTo>
                    <a:pt x="5596" y="7167"/>
                  </a:lnTo>
                  <a:lnTo>
                    <a:pt x="5759" y="7205"/>
                  </a:lnTo>
                  <a:lnTo>
                    <a:pt x="6187" y="7507"/>
                  </a:lnTo>
                  <a:lnTo>
                    <a:pt x="6388" y="7595"/>
                  </a:lnTo>
                  <a:lnTo>
                    <a:pt x="6514" y="7632"/>
                  </a:lnTo>
                  <a:lnTo>
                    <a:pt x="6551" y="7720"/>
                  </a:lnTo>
                  <a:lnTo>
                    <a:pt x="6602" y="7909"/>
                  </a:lnTo>
                  <a:lnTo>
                    <a:pt x="6627" y="7972"/>
                  </a:lnTo>
                  <a:lnTo>
                    <a:pt x="6715" y="8047"/>
                  </a:lnTo>
                  <a:lnTo>
                    <a:pt x="6941" y="8110"/>
                  </a:lnTo>
                  <a:lnTo>
                    <a:pt x="7306" y="8148"/>
                  </a:lnTo>
                  <a:lnTo>
                    <a:pt x="7620" y="8223"/>
                  </a:lnTo>
                  <a:lnTo>
                    <a:pt x="7721" y="8324"/>
                  </a:lnTo>
                  <a:lnTo>
                    <a:pt x="7809" y="8424"/>
                  </a:lnTo>
                  <a:lnTo>
                    <a:pt x="7985" y="8487"/>
                  </a:lnTo>
                  <a:lnTo>
                    <a:pt x="8286" y="8424"/>
                  </a:lnTo>
                  <a:lnTo>
                    <a:pt x="8538" y="8399"/>
                  </a:lnTo>
                  <a:lnTo>
                    <a:pt x="8764" y="8412"/>
                  </a:lnTo>
                  <a:lnTo>
                    <a:pt x="8991" y="8450"/>
                  </a:lnTo>
                  <a:lnTo>
                    <a:pt x="9079" y="8412"/>
                  </a:lnTo>
                  <a:lnTo>
                    <a:pt x="9104" y="8349"/>
                  </a:lnTo>
                  <a:lnTo>
                    <a:pt x="9091" y="8286"/>
                  </a:lnTo>
                  <a:lnTo>
                    <a:pt x="8940" y="8135"/>
                  </a:lnTo>
                  <a:lnTo>
                    <a:pt x="8601" y="7909"/>
                  </a:lnTo>
                  <a:lnTo>
                    <a:pt x="8500" y="7796"/>
                  </a:lnTo>
                  <a:lnTo>
                    <a:pt x="8475" y="7745"/>
                  </a:lnTo>
                  <a:lnTo>
                    <a:pt x="8274" y="7657"/>
                  </a:lnTo>
                  <a:lnTo>
                    <a:pt x="7872" y="7532"/>
                  </a:lnTo>
                  <a:lnTo>
                    <a:pt x="7758" y="7456"/>
                  </a:lnTo>
                  <a:lnTo>
                    <a:pt x="7721" y="7381"/>
                  </a:lnTo>
                  <a:lnTo>
                    <a:pt x="7796" y="7318"/>
                  </a:lnTo>
                  <a:lnTo>
                    <a:pt x="7960" y="7343"/>
                  </a:lnTo>
                  <a:lnTo>
                    <a:pt x="8249" y="7381"/>
                  </a:lnTo>
                  <a:lnTo>
                    <a:pt x="8626" y="7381"/>
                  </a:lnTo>
                  <a:lnTo>
                    <a:pt x="8752" y="7406"/>
                  </a:lnTo>
                  <a:lnTo>
                    <a:pt x="8928" y="7519"/>
                  </a:lnTo>
                  <a:lnTo>
                    <a:pt x="9066" y="7657"/>
                  </a:lnTo>
                  <a:lnTo>
                    <a:pt x="9192" y="7745"/>
                  </a:lnTo>
                  <a:lnTo>
                    <a:pt x="9267" y="7745"/>
                  </a:lnTo>
                  <a:lnTo>
                    <a:pt x="9343" y="7720"/>
                  </a:lnTo>
                  <a:lnTo>
                    <a:pt x="9405" y="7657"/>
                  </a:lnTo>
                  <a:lnTo>
                    <a:pt x="9368" y="7532"/>
                  </a:lnTo>
                  <a:lnTo>
                    <a:pt x="9267" y="7444"/>
                  </a:lnTo>
                  <a:lnTo>
                    <a:pt x="9167" y="7356"/>
                  </a:lnTo>
                  <a:lnTo>
                    <a:pt x="9066" y="7066"/>
                  </a:lnTo>
                  <a:lnTo>
                    <a:pt x="9066" y="6878"/>
                  </a:lnTo>
                  <a:lnTo>
                    <a:pt x="9066" y="6802"/>
                  </a:lnTo>
                  <a:lnTo>
                    <a:pt x="9003" y="6727"/>
                  </a:lnTo>
                  <a:lnTo>
                    <a:pt x="8903" y="6689"/>
                  </a:lnTo>
                  <a:lnTo>
                    <a:pt x="8815" y="6614"/>
                  </a:lnTo>
                  <a:lnTo>
                    <a:pt x="8777" y="6526"/>
                  </a:lnTo>
                  <a:lnTo>
                    <a:pt x="8752" y="6438"/>
                  </a:lnTo>
                  <a:lnTo>
                    <a:pt x="8664" y="6375"/>
                  </a:lnTo>
                  <a:lnTo>
                    <a:pt x="8563" y="6362"/>
                  </a:lnTo>
                  <a:lnTo>
                    <a:pt x="8462" y="6299"/>
                  </a:lnTo>
                  <a:lnTo>
                    <a:pt x="8425" y="6224"/>
                  </a:lnTo>
                  <a:lnTo>
                    <a:pt x="8374" y="6136"/>
                  </a:lnTo>
                  <a:lnTo>
                    <a:pt x="8224" y="6073"/>
                  </a:lnTo>
                  <a:lnTo>
                    <a:pt x="7922" y="6061"/>
                  </a:lnTo>
                  <a:lnTo>
                    <a:pt x="7721" y="5985"/>
                  </a:lnTo>
                  <a:lnTo>
                    <a:pt x="7645" y="5935"/>
                  </a:lnTo>
                  <a:lnTo>
                    <a:pt x="7633" y="5859"/>
                  </a:lnTo>
                  <a:lnTo>
                    <a:pt x="7670" y="5784"/>
                  </a:lnTo>
                  <a:lnTo>
                    <a:pt x="7683" y="5721"/>
                  </a:lnTo>
                  <a:lnTo>
                    <a:pt x="7633" y="5683"/>
                  </a:lnTo>
                  <a:lnTo>
                    <a:pt x="7507" y="5621"/>
                  </a:lnTo>
                  <a:lnTo>
                    <a:pt x="7331" y="5570"/>
                  </a:lnTo>
                  <a:lnTo>
                    <a:pt x="7293" y="5470"/>
                  </a:lnTo>
                  <a:lnTo>
                    <a:pt x="7306" y="5394"/>
                  </a:lnTo>
                  <a:lnTo>
                    <a:pt x="7318" y="5319"/>
                  </a:lnTo>
                  <a:lnTo>
                    <a:pt x="7281" y="5180"/>
                  </a:lnTo>
                  <a:lnTo>
                    <a:pt x="7230" y="5080"/>
                  </a:lnTo>
                  <a:lnTo>
                    <a:pt x="7243" y="5004"/>
                  </a:lnTo>
                  <a:lnTo>
                    <a:pt x="7318" y="4967"/>
                  </a:lnTo>
                  <a:lnTo>
                    <a:pt x="7394" y="4929"/>
                  </a:lnTo>
                  <a:lnTo>
                    <a:pt x="7519" y="4942"/>
                  </a:lnTo>
                  <a:lnTo>
                    <a:pt x="7658" y="5017"/>
                  </a:lnTo>
                  <a:lnTo>
                    <a:pt x="7721" y="4992"/>
                  </a:lnTo>
                  <a:lnTo>
                    <a:pt x="7821" y="4954"/>
                  </a:lnTo>
                  <a:lnTo>
                    <a:pt x="8010" y="5017"/>
                  </a:lnTo>
                  <a:lnTo>
                    <a:pt x="8073" y="5118"/>
                  </a:lnTo>
                  <a:lnTo>
                    <a:pt x="8048" y="5193"/>
                  </a:lnTo>
                  <a:lnTo>
                    <a:pt x="8010" y="5268"/>
                  </a:lnTo>
                  <a:lnTo>
                    <a:pt x="8035" y="5432"/>
                  </a:lnTo>
                  <a:lnTo>
                    <a:pt x="8186" y="5621"/>
                  </a:lnTo>
                  <a:lnTo>
                    <a:pt x="8324" y="5696"/>
                  </a:lnTo>
                  <a:lnTo>
                    <a:pt x="8513" y="5759"/>
                  </a:lnTo>
                  <a:lnTo>
                    <a:pt x="8877" y="5746"/>
                  </a:lnTo>
                  <a:lnTo>
                    <a:pt x="8978" y="5646"/>
                  </a:lnTo>
                  <a:lnTo>
                    <a:pt x="8978" y="5532"/>
                  </a:lnTo>
                  <a:lnTo>
                    <a:pt x="8953" y="5457"/>
                  </a:lnTo>
                  <a:lnTo>
                    <a:pt x="8915" y="5319"/>
                  </a:lnTo>
                  <a:lnTo>
                    <a:pt x="8903" y="5180"/>
                  </a:lnTo>
                  <a:lnTo>
                    <a:pt x="8965" y="5092"/>
                  </a:lnTo>
                  <a:lnTo>
                    <a:pt x="8953" y="4879"/>
                  </a:lnTo>
                  <a:lnTo>
                    <a:pt x="8928" y="4602"/>
                  </a:lnTo>
                  <a:lnTo>
                    <a:pt x="8953" y="4426"/>
                  </a:lnTo>
                  <a:lnTo>
                    <a:pt x="8953" y="4313"/>
                  </a:lnTo>
                  <a:lnTo>
                    <a:pt x="8865" y="4212"/>
                  </a:lnTo>
                  <a:lnTo>
                    <a:pt x="8613" y="4175"/>
                  </a:lnTo>
                  <a:lnTo>
                    <a:pt x="8437" y="4162"/>
                  </a:lnTo>
                  <a:lnTo>
                    <a:pt x="8362" y="4137"/>
                  </a:lnTo>
                  <a:lnTo>
                    <a:pt x="8324" y="4049"/>
                  </a:lnTo>
                  <a:lnTo>
                    <a:pt x="8324" y="3948"/>
                  </a:lnTo>
                  <a:lnTo>
                    <a:pt x="8261" y="3885"/>
                  </a:lnTo>
                  <a:lnTo>
                    <a:pt x="8186" y="3885"/>
                  </a:lnTo>
                  <a:lnTo>
                    <a:pt x="8010" y="3911"/>
                  </a:lnTo>
                  <a:lnTo>
                    <a:pt x="7821" y="3911"/>
                  </a:lnTo>
                  <a:lnTo>
                    <a:pt x="7771" y="3873"/>
                  </a:lnTo>
                  <a:lnTo>
                    <a:pt x="7758" y="3823"/>
                  </a:lnTo>
                  <a:lnTo>
                    <a:pt x="7746" y="3722"/>
                  </a:lnTo>
                  <a:lnTo>
                    <a:pt x="7620" y="3584"/>
                  </a:lnTo>
                  <a:lnTo>
                    <a:pt x="7482" y="3533"/>
                  </a:lnTo>
                  <a:lnTo>
                    <a:pt x="7381" y="3533"/>
                  </a:lnTo>
                  <a:lnTo>
                    <a:pt x="7205" y="3558"/>
                  </a:lnTo>
                  <a:lnTo>
                    <a:pt x="7054" y="3596"/>
                  </a:lnTo>
                  <a:lnTo>
                    <a:pt x="6954" y="3533"/>
                  </a:lnTo>
                  <a:lnTo>
                    <a:pt x="6878" y="3445"/>
                  </a:lnTo>
                  <a:lnTo>
                    <a:pt x="6803" y="3357"/>
                  </a:lnTo>
                  <a:lnTo>
                    <a:pt x="6602" y="3332"/>
                  </a:lnTo>
                  <a:lnTo>
                    <a:pt x="6413" y="3382"/>
                  </a:lnTo>
                  <a:lnTo>
                    <a:pt x="6325" y="3408"/>
                  </a:lnTo>
                  <a:lnTo>
                    <a:pt x="6338" y="3357"/>
                  </a:lnTo>
                  <a:lnTo>
                    <a:pt x="6375" y="3257"/>
                  </a:lnTo>
                  <a:lnTo>
                    <a:pt x="6325" y="3144"/>
                  </a:lnTo>
                  <a:lnTo>
                    <a:pt x="6262" y="2980"/>
                  </a:lnTo>
                  <a:lnTo>
                    <a:pt x="6250" y="2879"/>
                  </a:lnTo>
                  <a:lnTo>
                    <a:pt x="6262" y="2754"/>
                  </a:lnTo>
                  <a:lnTo>
                    <a:pt x="6312" y="2653"/>
                  </a:lnTo>
                  <a:lnTo>
                    <a:pt x="6338" y="2565"/>
                  </a:lnTo>
                  <a:lnTo>
                    <a:pt x="6312" y="2515"/>
                  </a:lnTo>
                  <a:lnTo>
                    <a:pt x="6262" y="2465"/>
                  </a:lnTo>
                  <a:lnTo>
                    <a:pt x="6099" y="2427"/>
                  </a:lnTo>
                  <a:lnTo>
                    <a:pt x="5797" y="2465"/>
                  </a:lnTo>
                  <a:lnTo>
                    <a:pt x="5696" y="2439"/>
                  </a:lnTo>
                  <a:lnTo>
                    <a:pt x="5684" y="2377"/>
                  </a:lnTo>
                  <a:lnTo>
                    <a:pt x="5721" y="2163"/>
                  </a:lnTo>
                  <a:lnTo>
                    <a:pt x="5696" y="2037"/>
                  </a:lnTo>
                  <a:lnTo>
                    <a:pt x="5671" y="1987"/>
                  </a:lnTo>
                  <a:lnTo>
                    <a:pt x="5571" y="1962"/>
                  </a:lnTo>
                  <a:lnTo>
                    <a:pt x="5457" y="1987"/>
                  </a:lnTo>
                  <a:lnTo>
                    <a:pt x="5357" y="1949"/>
                  </a:lnTo>
                  <a:lnTo>
                    <a:pt x="5332" y="1861"/>
                  </a:lnTo>
                  <a:lnTo>
                    <a:pt x="5319" y="1786"/>
                  </a:lnTo>
                  <a:lnTo>
                    <a:pt x="5219" y="1735"/>
                  </a:lnTo>
                  <a:lnTo>
                    <a:pt x="5042" y="1786"/>
                  </a:lnTo>
                  <a:lnTo>
                    <a:pt x="4942" y="1760"/>
                  </a:lnTo>
                  <a:lnTo>
                    <a:pt x="4904" y="1685"/>
                  </a:lnTo>
                  <a:lnTo>
                    <a:pt x="4954" y="1509"/>
                  </a:lnTo>
                  <a:lnTo>
                    <a:pt x="4942" y="1434"/>
                  </a:lnTo>
                  <a:lnTo>
                    <a:pt x="4917" y="1408"/>
                  </a:lnTo>
                  <a:lnTo>
                    <a:pt x="4816" y="1408"/>
                  </a:lnTo>
                  <a:lnTo>
                    <a:pt x="4628" y="1522"/>
                  </a:lnTo>
                  <a:lnTo>
                    <a:pt x="4514" y="1660"/>
                  </a:lnTo>
                  <a:lnTo>
                    <a:pt x="4477" y="1723"/>
                  </a:lnTo>
                  <a:lnTo>
                    <a:pt x="4401" y="1710"/>
                  </a:lnTo>
                  <a:lnTo>
                    <a:pt x="4313" y="1534"/>
                  </a:lnTo>
                  <a:lnTo>
                    <a:pt x="4238" y="1358"/>
                  </a:lnTo>
                  <a:lnTo>
                    <a:pt x="4187" y="1295"/>
                  </a:lnTo>
                  <a:lnTo>
                    <a:pt x="4099" y="1308"/>
                  </a:lnTo>
                  <a:lnTo>
                    <a:pt x="4024" y="1396"/>
                  </a:lnTo>
                  <a:lnTo>
                    <a:pt x="3999" y="1408"/>
                  </a:lnTo>
                  <a:lnTo>
                    <a:pt x="3999" y="1358"/>
                  </a:lnTo>
                  <a:lnTo>
                    <a:pt x="3999" y="1283"/>
                  </a:lnTo>
                  <a:lnTo>
                    <a:pt x="3923" y="1207"/>
                  </a:lnTo>
                  <a:lnTo>
                    <a:pt x="3835" y="1157"/>
                  </a:lnTo>
                  <a:lnTo>
                    <a:pt x="3785" y="1056"/>
                  </a:lnTo>
                  <a:lnTo>
                    <a:pt x="3798" y="981"/>
                  </a:lnTo>
                  <a:lnTo>
                    <a:pt x="3798" y="893"/>
                  </a:lnTo>
                  <a:lnTo>
                    <a:pt x="3634" y="755"/>
                  </a:lnTo>
                  <a:lnTo>
                    <a:pt x="3383" y="679"/>
                  </a:lnTo>
                  <a:lnTo>
                    <a:pt x="3144" y="742"/>
                  </a:lnTo>
                  <a:lnTo>
                    <a:pt x="3081" y="855"/>
                  </a:lnTo>
                  <a:lnTo>
                    <a:pt x="3006" y="1094"/>
                  </a:lnTo>
                  <a:lnTo>
                    <a:pt x="2943" y="1295"/>
                  </a:lnTo>
                  <a:lnTo>
                    <a:pt x="2867" y="1295"/>
                  </a:lnTo>
                  <a:lnTo>
                    <a:pt x="2817" y="1220"/>
                  </a:lnTo>
                  <a:lnTo>
                    <a:pt x="2754" y="1157"/>
                  </a:lnTo>
                  <a:lnTo>
                    <a:pt x="2679" y="1169"/>
                  </a:lnTo>
                  <a:lnTo>
                    <a:pt x="2603" y="1283"/>
                  </a:lnTo>
                  <a:lnTo>
                    <a:pt x="2490" y="1396"/>
                  </a:lnTo>
                  <a:lnTo>
                    <a:pt x="2402" y="1434"/>
                  </a:lnTo>
                  <a:lnTo>
                    <a:pt x="2314" y="1434"/>
                  </a:lnTo>
                  <a:lnTo>
                    <a:pt x="2226" y="1383"/>
                  </a:lnTo>
                  <a:lnTo>
                    <a:pt x="2226" y="1207"/>
                  </a:lnTo>
                  <a:lnTo>
                    <a:pt x="2276" y="1019"/>
                  </a:lnTo>
                  <a:lnTo>
                    <a:pt x="2289" y="817"/>
                  </a:lnTo>
                  <a:lnTo>
                    <a:pt x="2201" y="566"/>
                  </a:lnTo>
                  <a:lnTo>
                    <a:pt x="2188" y="465"/>
                  </a:lnTo>
                  <a:lnTo>
                    <a:pt x="2226" y="440"/>
                  </a:lnTo>
                  <a:lnTo>
                    <a:pt x="2276" y="440"/>
                  </a:lnTo>
                  <a:lnTo>
                    <a:pt x="2389" y="541"/>
                  </a:lnTo>
                  <a:lnTo>
                    <a:pt x="2490" y="679"/>
                  </a:lnTo>
                  <a:lnTo>
                    <a:pt x="2578" y="755"/>
                  </a:lnTo>
                  <a:lnTo>
                    <a:pt x="2616" y="742"/>
                  </a:lnTo>
                  <a:lnTo>
                    <a:pt x="2716" y="679"/>
                  </a:lnTo>
                  <a:lnTo>
                    <a:pt x="3081" y="553"/>
                  </a:lnTo>
                  <a:lnTo>
                    <a:pt x="3307" y="503"/>
                  </a:lnTo>
                  <a:lnTo>
                    <a:pt x="3383" y="478"/>
                  </a:lnTo>
                  <a:lnTo>
                    <a:pt x="3345" y="390"/>
                  </a:lnTo>
                  <a:lnTo>
                    <a:pt x="3056" y="189"/>
                  </a:lnTo>
                  <a:lnTo>
                    <a:pt x="2918" y="76"/>
                  </a:lnTo>
                  <a:lnTo>
                    <a:pt x="2855" y="38"/>
                  </a:lnTo>
                  <a:lnTo>
                    <a:pt x="2654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3034;p34">
              <a:extLst>
                <a:ext uri="{FF2B5EF4-FFF2-40B4-BE49-F238E27FC236}">
                  <a16:creationId xmlns:a16="http://schemas.microsoft.com/office/drawing/2014/main" id="{8C1BB6FB-1EEA-5F5C-CDA0-F94CFDE85B5D}"/>
                </a:ext>
              </a:extLst>
            </p:cNvPr>
            <p:cNvSpPr/>
            <p:nvPr/>
          </p:nvSpPr>
          <p:spPr>
            <a:xfrm>
              <a:off x="2256988" y="2505830"/>
              <a:ext cx="77617" cy="80661"/>
            </a:xfrm>
            <a:custGeom>
              <a:avLst/>
              <a:gdLst/>
              <a:ahLst/>
              <a:cxnLst/>
              <a:rect l="l" t="t" r="r" b="b"/>
              <a:pathLst>
                <a:path w="969" h="1007" extrusionOk="0">
                  <a:moveTo>
                    <a:pt x="289" y="0"/>
                  </a:moveTo>
                  <a:lnTo>
                    <a:pt x="113" y="63"/>
                  </a:lnTo>
                  <a:lnTo>
                    <a:pt x="13" y="226"/>
                  </a:lnTo>
                  <a:lnTo>
                    <a:pt x="13" y="264"/>
                  </a:lnTo>
                  <a:lnTo>
                    <a:pt x="0" y="340"/>
                  </a:lnTo>
                  <a:lnTo>
                    <a:pt x="0" y="717"/>
                  </a:lnTo>
                  <a:lnTo>
                    <a:pt x="101" y="931"/>
                  </a:lnTo>
                  <a:lnTo>
                    <a:pt x="214" y="981"/>
                  </a:lnTo>
                  <a:lnTo>
                    <a:pt x="402" y="1006"/>
                  </a:lnTo>
                  <a:lnTo>
                    <a:pt x="566" y="918"/>
                  </a:lnTo>
                  <a:lnTo>
                    <a:pt x="767" y="843"/>
                  </a:lnTo>
                  <a:lnTo>
                    <a:pt x="880" y="792"/>
                  </a:lnTo>
                  <a:lnTo>
                    <a:pt x="968" y="679"/>
                  </a:lnTo>
                  <a:lnTo>
                    <a:pt x="930" y="528"/>
                  </a:lnTo>
                  <a:lnTo>
                    <a:pt x="893" y="503"/>
                  </a:lnTo>
                  <a:lnTo>
                    <a:pt x="880" y="465"/>
                  </a:lnTo>
                  <a:lnTo>
                    <a:pt x="767" y="201"/>
                  </a:lnTo>
                  <a:lnTo>
                    <a:pt x="591" y="50"/>
                  </a:lnTo>
                  <a:lnTo>
                    <a:pt x="440" y="13"/>
                  </a:lnTo>
                  <a:lnTo>
                    <a:pt x="28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3035;p34">
              <a:extLst>
                <a:ext uri="{FF2B5EF4-FFF2-40B4-BE49-F238E27FC236}">
                  <a16:creationId xmlns:a16="http://schemas.microsoft.com/office/drawing/2014/main" id="{78CCD56D-64C8-CB38-8B94-84B738E8A3AB}"/>
                </a:ext>
              </a:extLst>
            </p:cNvPr>
            <p:cNvSpPr/>
            <p:nvPr/>
          </p:nvSpPr>
          <p:spPr>
            <a:xfrm>
              <a:off x="1928654" y="1480536"/>
              <a:ext cx="276025" cy="522733"/>
            </a:xfrm>
            <a:custGeom>
              <a:avLst/>
              <a:gdLst/>
              <a:ahLst/>
              <a:cxnLst/>
              <a:rect l="l" t="t" r="r" b="b"/>
              <a:pathLst>
                <a:path w="3446" h="6526" extrusionOk="0">
                  <a:moveTo>
                    <a:pt x="2691" y="0"/>
                  </a:moveTo>
                  <a:lnTo>
                    <a:pt x="2578" y="13"/>
                  </a:lnTo>
                  <a:lnTo>
                    <a:pt x="2427" y="139"/>
                  </a:lnTo>
                  <a:lnTo>
                    <a:pt x="2263" y="315"/>
                  </a:lnTo>
                  <a:lnTo>
                    <a:pt x="2037" y="428"/>
                  </a:lnTo>
                  <a:lnTo>
                    <a:pt x="1697" y="428"/>
                  </a:lnTo>
                  <a:lnTo>
                    <a:pt x="1509" y="503"/>
                  </a:lnTo>
                  <a:lnTo>
                    <a:pt x="1383" y="730"/>
                  </a:lnTo>
                  <a:lnTo>
                    <a:pt x="1295" y="855"/>
                  </a:lnTo>
                  <a:lnTo>
                    <a:pt x="1270" y="868"/>
                  </a:lnTo>
                  <a:lnTo>
                    <a:pt x="1119" y="994"/>
                  </a:lnTo>
                  <a:lnTo>
                    <a:pt x="1081" y="1107"/>
                  </a:lnTo>
                  <a:lnTo>
                    <a:pt x="1132" y="1358"/>
                  </a:lnTo>
                  <a:lnTo>
                    <a:pt x="1169" y="1459"/>
                  </a:lnTo>
                  <a:lnTo>
                    <a:pt x="1144" y="1434"/>
                  </a:lnTo>
                  <a:lnTo>
                    <a:pt x="918" y="1270"/>
                  </a:lnTo>
                  <a:lnTo>
                    <a:pt x="767" y="1258"/>
                  </a:lnTo>
                  <a:lnTo>
                    <a:pt x="704" y="1283"/>
                  </a:lnTo>
                  <a:lnTo>
                    <a:pt x="666" y="1358"/>
                  </a:lnTo>
                  <a:lnTo>
                    <a:pt x="641" y="1471"/>
                  </a:lnTo>
                  <a:lnTo>
                    <a:pt x="566" y="1547"/>
                  </a:lnTo>
                  <a:lnTo>
                    <a:pt x="465" y="1572"/>
                  </a:lnTo>
                  <a:lnTo>
                    <a:pt x="264" y="1610"/>
                  </a:lnTo>
                  <a:lnTo>
                    <a:pt x="25" y="1786"/>
                  </a:lnTo>
                  <a:lnTo>
                    <a:pt x="0" y="1874"/>
                  </a:lnTo>
                  <a:lnTo>
                    <a:pt x="38" y="1924"/>
                  </a:lnTo>
                  <a:lnTo>
                    <a:pt x="201" y="1937"/>
                  </a:lnTo>
                  <a:lnTo>
                    <a:pt x="252" y="2025"/>
                  </a:lnTo>
                  <a:lnTo>
                    <a:pt x="239" y="2125"/>
                  </a:lnTo>
                  <a:lnTo>
                    <a:pt x="201" y="2352"/>
                  </a:lnTo>
                  <a:lnTo>
                    <a:pt x="226" y="2603"/>
                  </a:lnTo>
                  <a:lnTo>
                    <a:pt x="289" y="2704"/>
                  </a:lnTo>
                  <a:lnTo>
                    <a:pt x="327" y="2704"/>
                  </a:lnTo>
                  <a:lnTo>
                    <a:pt x="415" y="2716"/>
                  </a:lnTo>
                  <a:lnTo>
                    <a:pt x="516" y="2729"/>
                  </a:lnTo>
                  <a:lnTo>
                    <a:pt x="591" y="2628"/>
                  </a:lnTo>
                  <a:lnTo>
                    <a:pt x="679" y="2515"/>
                  </a:lnTo>
                  <a:lnTo>
                    <a:pt x="767" y="2440"/>
                  </a:lnTo>
                  <a:lnTo>
                    <a:pt x="805" y="2465"/>
                  </a:lnTo>
                  <a:lnTo>
                    <a:pt x="805" y="2490"/>
                  </a:lnTo>
                  <a:lnTo>
                    <a:pt x="792" y="2590"/>
                  </a:lnTo>
                  <a:lnTo>
                    <a:pt x="717" y="2754"/>
                  </a:lnTo>
                  <a:lnTo>
                    <a:pt x="729" y="2855"/>
                  </a:lnTo>
                  <a:lnTo>
                    <a:pt x="767" y="2880"/>
                  </a:lnTo>
                  <a:lnTo>
                    <a:pt x="868" y="2917"/>
                  </a:lnTo>
                  <a:lnTo>
                    <a:pt x="1006" y="2892"/>
                  </a:lnTo>
                  <a:lnTo>
                    <a:pt x="1107" y="2829"/>
                  </a:lnTo>
                  <a:lnTo>
                    <a:pt x="1195" y="2766"/>
                  </a:lnTo>
                  <a:lnTo>
                    <a:pt x="1283" y="2779"/>
                  </a:lnTo>
                  <a:lnTo>
                    <a:pt x="1383" y="2741"/>
                  </a:lnTo>
                  <a:lnTo>
                    <a:pt x="1471" y="2666"/>
                  </a:lnTo>
                  <a:lnTo>
                    <a:pt x="1572" y="2515"/>
                  </a:lnTo>
                  <a:lnTo>
                    <a:pt x="1647" y="2389"/>
                  </a:lnTo>
                  <a:lnTo>
                    <a:pt x="1697" y="2339"/>
                  </a:lnTo>
                  <a:lnTo>
                    <a:pt x="1773" y="2314"/>
                  </a:lnTo>
                  <a:lnTo>
                    <a:pt x="1823" y="2414"/>
                  </a:lnTo>
                  <a:lnTo>
                    <a:pt x="1798" y="2553"/>
                  </a:lnTo>
                  <a:lnTo>
                    <a:pt x="1773" y="2666"/>
                  </a:lnTo>
                  <a:lnTo>
                    <a:pt x="1723" y="2754"/>
                  </a:lnTo>
                  <a:lnTo>
                    <a:pt x="1534" y="2829"/>
                  </a:lnTo>
                  <a:lnTo>
                    <a:pt x="1333" y="2892"/>
                  </a:lnTo>
                  <a:lnTo>
                    <a:pt x="1257" y="3005"/>
                  </a:lnTo>
                  <a:lnTo>
                    <a:pt x="1308" y="3106"/>
                  </a:lnTo>
                  <a:lnTo>
                    <a:pt x="1371" y="3181"/>
                  </a:lnTo>
                  <a:lnTo>
                    <a:pt x="1496" y="3345"/>
                  </a:lnTo>
                  <a:lnTo>
                    <a:pt x="1572" y="3584"/>
                  </a:lnTo>
                  <a:lnTo>
                    <a:pt x="1547" y="3647"/>
                  </a:lnTo>
                  <a:lnTo>
                    <a:pt x="1484" y="3634"/>
                  </a:lnTo>
                  <a:lnTo>
                    <a:pt x="1383" y="3546"/>
                  </a:lnTo>
                  <a:lnTo>
                    <a:pt x="1245" y="3269"/>
                  </a:lnTo>
                  <a:lnTo>
                    <a:pt x="1157" y="3181"/>
                  </a:lnTo>
                  <a:lnTo>
                    <a:pt x="1056" y="3119"/>
                  </a:lnTo>
                  <a:lnTo>
                    <a:pt x="880" y="3119"/>
                  </a:lnTo>
                  <a:lnTo>
                    <a:pt x="767" y="3156"/>
                  </a:lnTo>
                  <a:lnTo>
                    <a:pt x="717" y="3194"/>
                  </a:lnTo>
                  <a:lnTo>
                    <a:pt x="692" y="3244"/>
                  </a:lnTo>
                  <a:lnTo>
                    <a:pt x="767" y="3395"/>
                  </a:lnTo>
                  <a:lnTo>
                    <a:pt x="868" y="3634"/>
                  </a:lnTo>
                  <a:lnTo>
                    <a:pt x="968" y="3873"/>
                  </a:lnTo>
                  <a:lnTo>
                    <a:pt x="1107" y="4112"/>
                  </a:lnTo>
                  <a:lnTo>
                    <a:pt x="1220" y="4150"/>
                  </a:lnTo>
                  <a:lnTo>
                    <a:pt x="1333" y="4200"/>
                  </a:lnTo>
                  <a:lnTo>
                    <a:pt x="1383" y="4300"/>
                  </a:lnTo>
                  <a:lnTo>
                    <a:pt x="1345" y="4351"/>
                  </a:lnTo>
                  <a:lnTo>
                    <a:pt x="1295" y="4363"/>
                  </a:lnTo>
                  <a:lnTo>
                    <a:pt x="1182" y="4363"/>
                  </a:lnTo>
                  <a:lnTo>
                    <a:pt x="1006" y="4351"/>
                  </a:lnTo>
                  <a:lnTo>
                    <a:pt x="855" y="4439"/>
                  </a:lnTo>
                  <a:lnTo>
                    <a:pt x="780" y="4514"/>
                  </a:lnTo>
                  <a:lnTo>
                    <a:pt x="679" y="4653"/>
                  </a:lnTo>
                  <a:lnTo>
                    <a:pt x="654" y="4791"/>
                  </a:lnTo>
                  <a:lnTo>
                    <a:pt x="717" y="4891"/>
                  </a:lnTo>
                  <a:lnTo>
                    <a:pt x="767" y="4942"/>
                  </a:lnTo>
                  <a:lnTo>
                    <a:pt x="893" y="4979"/>
                  </a:lnTo>
                  <a:lnTo>
                    <a:pt x="1006" y="4942"/>
                  </a:lnTo>
                  <a:lnTo>
                    <a:pt x="1056" y="4967"/>
                  </a:lnTo>
                  <a:lnTo>
                    <a:pt x="1069" y="5030"/>
                  </a:lnTo>
                  <a:lnTo>
                    <a:pt x="1081" y="5168"/>
                  </a:lnTo>
                  <a:lnTo>
                    <a:pt x="1144" y="5344"/>
                  </a:lnTo>
                  <a:lnTo>
                    <a:pt x="1207" y="5407"/>
                  </a:lnTo>
                  <a:lnTo>
                    <a:pt x="1245" y="5420"/>
                  </a:lnTo>
                  <a:lnTo>
                    <a:pt x="1283" y="5420"/>
                  </a:lnTo>
                  <a:lnTo>
                    <a:pt x="1295" y="5508"/>
                  </a:lnTo>
                  <a:lnTo>
                    <a:pt x="1232" y="5583"/>
                  </a:lnTo>
                  <a:lnTo>
                    <a:pt x="1107" y="5545"/>
                  </a:lnTo>
                  <a:lnTo>
                    <a:pt x="1019" y="5445"/>
                  </a:lnTo>
                  <a:lnTo>
                    <a:pt x="968" y="5369"/>
                  </a:lnTo>
                  <a:lnTo>
                    <a:pt x="842" y="5231"/>
                  </a:lnTo>
                  <a:lnTo>
                    <a:pt x="717" y="5193"/>
                  </a:lnTo>
                  <a:lnTo>
                    <a:pt x="641" y="5218"/>
                  </a:lnTo>
                  <a:lnTo>
                    <a:pt x="591" y="5243"/>
                  </a:lnTo>
                  <a:lnTo>
                    <a:pt x="629" y="5357"/>
                  </a:lnTo>
                  <a:lnTo>
                    <a:pt x="729" y="5495"/>
                  </a:lnTo>
                  <a:lnTo>
                    <a:pt x="792" y="5621"/>
                  </a:lnTo>
                  <a:lnTo>
                    <a:pt x="767" y="5671"/>
                  </a:lnTo>
                  <a:lnTo>
                    <a:pt x="553" y="5860"/>
                  </a:lnTo>
                  <a:lnTo>
                    <a:pt x="340" y="6086"/>
                  </a:lnTo>
                  <a:lnTo>
                    <a:pt x="302" y="6136"/>
                  </a:lnTo>
                  <a:lnTo>
                    <a:pt x="302" y="6249"/>
                  </a:lnTo>
                  <a:lnTo>
                    <a:pt x="365" y="6337"/>
                  </a:lnTo>
                  <a:lnTo>
                    <a:pt x="490" y="6400"/>
                  </a:lnTo>
                  <a:lnTo>
                    <a:pt x="566" y="6400"/>
                  </a:lnTo>
                  <a:lnTo>
                    <a:pt x="704" y="6388"/>
                  </a:lnTo>
                  <a:lnTo>
                    <a:pt x="918" y="6350"/>
                  </a:lnTo>
                  <a:lnTo>
                    <a:pt x="1019" y="6400"/>
                  </a:lnTo>
                  <a:lnTo>
                    <a:pt x="1081" y="6476"/>
                  </a:lnTo>
                  <a:lnTo>
                    <a:pt x="1157" y="6526"/>
                  </a:lnTo>
                  <a:lnTo>
                    <a:pt x="1320" y="6400"/>
                  </a:lnTo>
                  <a:lnTo>
                    <a:pt x="1496" y="6262"/>
                  </a:lnTo>
                  <a:lnTo>
                    <a:pt x="1635" y="6212"/>
                  </a:lnTo>
                  <a:lnTo>
                    <a:pt x="1748" y="6275"/>
                  </a:lnTo>
                  <a:lnTo>
                    <a:pt x="1848" y="6363"/>
                  </a:lnTo>
                  <a:lnTo>
                    <a:pt x="1886" y="6488"/>
                  </a:lnTo>
                  <a:lnTo>
                    <a:pt x="1987" y="6526"/>
                  </a:lnTo>
                  <a:lnTo>
                    <a:pt x="2062" y="6526"/>
                  </a:lnTo>
                  <a:lnTo>
                    <a:pt x="2150" y="6451"/>
                  </a:lnTo>
                  <a:lnTo>
                    <a:pt x="2238" y="6312"/>
                  </a:lnTo>
                  <a:lnTo>
                    <a:pt x="2364" y="6186"/>
                  </a:lnTo>
                  <a:lnTo>
                    <a:pt x="2464" y="6149"/>
                  </a:lnTo>
                  <a:lnTo>
                    <a:pt x="2552" y="6098"/>
                  </a:lnTo>
                  <a:lnTo>
                    <a:pt x="2565" y="5948"/>
                  </a:lnTo>
                  <a:lnTo>
                    <a:pt x="2464" y="5772"/>
                  </a:lnTo>
                  <a:lnTo>
                    <a:pt x="2314" y="5646"/>
                  </a:lnTo>
                  <a:lnTo>
                    <a:pt x="2238" y="5633"/>
                  </a:lnTo>
                  <a:lnTo>
                    <a:pt x="2087" y="5646"/>
                  </a:lnTo>
                  <a:lnTo>
                    <a:pt x="1848" y="5658"/>
                  </a:lnTo>
                  <a:lnTo>
                    <a:pt x="1760" y="5633"/>
                  </a:lnTo>
                  <a:lnTo>
                    <a:pt x="1760" y="5596"/>
                  </a:lnTo>
                  <a:lnTo>
                    <a:pt x="1811" y="5545"/>
                  </a:lnTo>
                  <a:lnTo>
                    <a:pt x="1999" y="5533"/>
                  </a:lnTo>
                  <a:lnTo>
                    <a:pt x="2138" y="5482"/>
                  </a:lnTo>
                  <a:lnTo>
                    <a:pt x="2200" y="5420"/>
                  </a:lnTo>
                  <a:lnTo>
                    <a:pt x="2288" y="5294"/>
                  </a:lnTo>
                  <a:lnTo>
                    <a:pt x="2364" y="5168"/>
                  </a:lnTo>
                  <a:lnTo>
                    <a:pt x="2351" y="5067"/>
                  </a:lnTo>
                  <a:lnTo>
                    <a:pt x="2351" y="5017"/>
                  </a:lnTo>
                  <a:lnTo>
                    <a:pt x="2414" y="4992"/>
                  </a:lnTo>
                  <a:lnTo>
                    <a:pt x="2502" y="4979"/>
                  </a:lnTo>
                  <a:lnTo>
                    <a:pt x="2590" y="4891"/>
                  </a:lnTo>
                  <a:lnTo>
                    <a:pt x="2615" y="4791"/>
                  </a:lnTo>
                  <a:lnTo>
                    <a:pt x="2678" y="4565"/>
                  </a:lnTo>
                  <a:lnTo>
                    <a:pt x="2804" y="4250"/>
                  </a:lnTo>
                  <a:lnTo>
                    <a:pt x="2817" y="4099"/>
                  </a:lnTo>
                  <a:lnTo>
                    <a:pt x="2766" y="4036"/>
                  </a:lnTo>
                  <a:lnTo>
                    <a:pt x="2628" y="3974"/>
                  </a:lnTo>
                  <a:lnTo>
                    <a:pt x="2402" y="3948"/>
                  </a:lnTo>
                  <a:lnTo>
                    <a:pt x="2314" y="3911"/>
                  </a:lnTo>
                  <a:lnTo>
                    <a:pt x="2314" y="3873"/>
                  </a:lnTo>
                  <a:lnTo>
                    <a:pt x="2376" y="3785"/>
                  </a:lnTo>
                  <a:lnTo>
                    <a:pt x="2666" y="3596"/>
                  </a:lnTo>
                  <a:lnTo>
                    <a:pt x="2716" y="3496"/>
                  </a:lnTo>
                  <a:lnTo>
                    <a:pt x="2703" y="3395"/>
                  </a:lnTo>
                  <a:lnTo>
                    <a:pt x="2716" y="3244"/>
                  </a:lnTo>
                  <a:lnTo>
                    <a:pt x="2817" y="3219"/>
                  </a:lnTo>
                  <a:lnTo>
                    <a:pt x="2930" y="3207"/>
                  </a:lnTo>
                  <a:lnTo>
                    <a:pt x="3030" y="3144"/>
                  </a:lnTo>
                  <a:lnTo>
                    <a:pt x="3043" y="3005"/>
                  </a:lnTo>
                  <a:lnTo>
                    <a:pt x="3030" y="2880"/>
                  </a:lnTo>
                  <a:lnTo>
                    <a:pt x="3030" y="2716"/>
                  </a:lnTo>
                  <a:lnTo>
                    <a:pt x="3156" y="2289"/>
                  </a:lnTo>
                  <a:lnTo>
                    <a:pt x="3345" y="1836"/>
                  </a:lnTo>
                  <a:lnTo>
                    <a:pt x="3445" y="1497"/>
                  </a:lnTo>
                  <a:lnTo>
                    <a:pt x="3407" y="1421"/>
                  </a:lnTo>
                  <a:lnTo>
                    <a:pt x="3307" y="1358"/>
                  </a:lnTo>
                  <a:lnTo>
                    <a:pt x="3169" y="1371"/>
                  </a:lnTo>
                  <a:lnTo>
                    <a:pt x="3118" y="1346"/>
                  </a:lnTo>
                  <a:lnTo>
                    <a:pt x="3131" y="1283"/>
                  </a:lnTo>
                  <a:lnTo>
                    <a:pt x="3194" y="1094"/>
                  </a:lnTo>
                  <a:lnTo>
                    <a:pt x="3345" y="692"/>
                  </a:lnTo>
                  <a:lnTo>
                    <a:pt x="3319" y="528"/>
                  </a:lnTo>
                  <a:lnTo>
                    <a:pt x="3257" y="428"/>
                  </a:lnTo>
                  <a:lnTo>
                    <a:pt x="3194" y="403"/>
                  </a:lnTo>
                  <a:lnTo>
                    <a:pt x="3068" y="340"/>
                  </a:lnTo>
                  <a:lnTo>
                    <a:pt x="2942" y="214"/>
                  </a:lnTo>
                  <a:lnTo>
                    <a:pt x="2879" y="88"/>
                  </a:lnTo>
                  <a:lnTo>
                    <a:pt x="2779" y="13"/>
                  </a:lnTo>
                  <a:lnTo>
                    <a:pt x="269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036;p34">
              <a:extLst>
                <a:ext uri="{FF2B5EF4-FFF2-40B4-BE49-F238E27FC236}">
                  <a16:creationId xmlns:a16="http://schemas.microsoft.com/office/drawing/2014/main" id="{88F3CCC6-4A20-2851-985D-BD4B4B4089F8}"/>
                </a:ext>
              </a:extLst>
            </p:cNvPr>
            <p:cNvSpPr/>
            <p:nvPr/>
          </p:nvSpPr>
          <p:spPr>
            <a:xfrm>
              <a:off x="1868178" y="1663807"/>
              <a:ext cx="125997" cy="209542"/>
            </a:xfrm>
            <a:custGeom>
              <a:avLst/>
              <a:gdLst/>
              <a:ahLst/>
              <a:cxnLst/>
              <a:rect l="l" t="t" r="r" b="b"/>
              <a:pathLst>
                <a:path w="1573" h="2616" extrusionOk="0">
                  <a:moveTo>
                    <a:pt x="516" y="1"/>
                  </a:moveTo>
                  <a:lnTo>
                    <a:pt x="466" y="38"/>
                  </a:lnTo>
                  <a:lnTo>
                    <a:pt x="378" y="101"/>
                  </a:lnTo>
                  <a:lnTo>
                    <a:pt x="302" y="152"/>
                  </a:lnTo>
                  <a:lnTo>
                    <a:pt x="277" y="315"/>
                  </a:lnTo>
                  <a:lnTo>
                    <a:pt x="252" y="478"/>
                  </a:lnTo>
                  <a:lnTo>
                    <a:pt x="189" y="504"/>
                  </a:lnTo>
                  <a:lnTo>
                    <a:pt x="139" y="567"/>
                  </a:lnTo>
                  <a:lnTo>
                    <a:pt x="101" y="642"/>
                  </a:lnTo>
                  <a:lnTo>
                    <a:pt x="164" y="768"/>
                  </a:lnTo>
                  <a:lnTo>
                    <a:pt x="177" y="843"/>
                  </a:lnTo>
                  <a:lnTo>
                    <a:pt x="139" y="893"/>
                  </a:lnTo>
                  <a:lnTo>
                    <a:pt x="38" y="893"/>
                  </a:lnTo>
                  <a:lnTo>
                    <a:pt x="1" y="931"/>
                  </a:lnTo>
                  <a:lnTo>
                    <a:pt x="13" y="981"/>
                  </a:lnTo>
                  <a:lnTo>
                    <a:pt x="38" y="1195"/>
                  </a:lnTo>
                  <a:lnTo>
                    <a:pt x="13" y="1422"/>
                  </a:lnTo>
                  <a:lnTo>
                    <a:pt x="13" y="1484"/>
                  </a:lnTo>
                  <a:lnTo>
                    <a:pt x="64" y="1572"/>
                  </a:lnTo>
                  <a:lnTo>
                    <a:pt x="214" y="1635"/>
                  </a:lnTo>
                  <a:lnTo>
                    <a:pt x="390" y="1648"/>
                  </a:lnTo>
                  <a:lnTo>
                    <a:pt x="554" y="1660"/>
                  </a:lnTo>
                  <a:lnTo>
                    <a:pt x="629" y="1723"/>
                  </a:lnTo>
                  <a:lnTo>
                    <a:pt x="617" y="1736"/>
                  </a:lnTo>
                  <a:lnTo>
                    <a:pt x="604" y="1774"/>
                  </a:lnTo>
                  <a:lnTo>
                    <a:pt x="478" y="1874"/>
                  </a:lnTo>
                  <a:lnTo>
                    <a:pt x="390" y="1924"/>
                  </a:lnTo>
                  <a:lnTo>
                    <a:pt x="315" y="2075"/>
                  </a:lnTo>
                  <a:lnTo>
                    <a:pt x="365" y="2151"/>
                  </a:lnTo>
                  <a:lnTo>
                    <a:pt x="428" y="2163"/>
                  </a:lnTo>
                  <a:lnTo>
                    <a:pt x="504" y="2188"/>
                  </a:lnTo>
                  <a:lnTo>
                    <a:pt x="579" y="2289"/>
                  </a:lnTo>
                  <a:lnTo>
                    <a:pt x="654" y="2503"/>
                  </a:lnTo>
                  <a:lnTo>
                    <a:pt x="755" y="2591"/>
                  </a:lnTo>
                  <a:lnTo>
                    <a:pt x="830" y="2616"/>
                  </a:lnTo>
                  <a:lnTo>
                    <a:pt x="981" y="2541"/>
                  </a:lnTo>
                  <a:lnTo>
                    <a:pt x="1208" y="2289"/>
                  </a:lnTo>
                  <a:lnTo>
                    <a:pt x="1283" y="2075"/>
                  </a:lnTo>
                  <a:lnTo>
                    <a:pt x="1346" y="1924"/>
                  </a:lnTo>
                  <a:lnTo>
                    <a:pt x="1497" y="1824"/>
                  </a:lnTo>
                  <a:lnTo>
                    <a:pt x="1560" y="1736"/>
                  </a:lnTo>
                  <a:lnTo>
                    <a:pt x="1572" y="1686"/>
                  </a:lnTo>
                  <a:lnTo>
                    <a:pt x="1535" y="1610"/>
                  </a:lnTo>
                  <a:lnTo>
                    <a:pt x="1409" y="1510"/>
                  </a:lnTo>
                  <a:lnTo>
                    <a:pt x="1359" y="1409"/>
                  </a:lnTo>
                  <a:lnTo>
                    <a:pt x="1333" y="1308"/>
                  </a:lnTo>
                  <a:lnTo>
                    <a:pt x="1296" y="1233"/>
                  </a:lnTo>
                  <a:lnTo>
                    <a:pt x="1208" y="1195"/>
                  </a:lnTo>
                  <a:lnTo>
                    <a:pt x="1157" y="1170"/>
                  </a:lnTo>
                  <a:lnTo>
                    <a:pt x="1120" y="1069"/>
                  </a:lnTo>
                  <a:lnTo>
                    <a:pt x="1107" y="893"/>
                  </a:lnTo>
                  <a:lnTo>
                    <a:pt x="1057" y="768"/>
                  </a:lnTo>
                  <a:lnTo>
                    <a:pt x="981" y="667"/>
                  </a:lnTo>
                  <a:lnTo>
                    <a:pt x="856" y="516"/>
                  </a:lnTo>
                  <a:lnTo>
                    <a:pt x="818" y="353"/>
                  </a:lnTo>
                  <a:lnTo>
                    <a:pt x="768" y="164"/>
                  </a:lnTo>
                  <a:lnTo>
                    <a:pt x="61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037;p34">
              <a:extLst>
                <a:ext uri="{FF2B5EF4-FFF2-40B4-BE49-F238E27FC236}">
                  <a16:creationId xmlns:a16="http://schemas.microsoft.com/office/drawing/2014/main" id="{355F231E-6A47-7C37-FA00-47C73B5EFAD8}"/>
                </a:ext>
              </a:extLst>
            </p:cNvPr>
            <p:cNvSpPr/>
            <p:nvPr/>
          </p:nvSpPr>
          <p:spPr>
            <a:xfrm>
              <a:off x="1841985" y="1954895"/>
              <a:ext cx="278027" cy="173336"/>
            </a:xfrm>
            <a:custGeom>
              <a:avLst/>
              <a:gdLst/>
              <a:ahLst/>
              <a:cxnLst/>
              <a:rect l="l" t="t" r="r" b="b"/>
              <a:pathLst>
                <a:path w="3471" h="2164" extrusionOk="0">
                  <a:moveTo>
                    <a:pt x="114" y="0"/>
                  </a:moveTo>
                  <a:lnTo>
                    <a:pt x="51" y="13"/>
                  </a:lnTo>
                  <a:lnTo>
                    <a:pt x="1" y="88"/>
                  </a:lnTo>
                  <a:lnTo>
                    <a:pt x="64" y="264"/>
                  </a:lnTo>
                  <a:lnTo>
                    <a:pt x="152" y="415"/>
                  </a:lnTo>
                  <a:lnTo>
                    <a:pt x="202" y="491"/>
                  </a:lnTo>
                  <a:lnTo>
                    <a:pt x="315" y="554"/>
                  </a:lnTo>
                  <a:lnTo>
                    <a:pt x="504" y="591"/>
                  </a:lnTo>
                  <a:lnTo>
                    <a:pt x="554" y="642"/>
                  </a:lnTo>
                  <a:lnTo>
                    <a:pt x="604" y="780"/>
                  </a:lnTo>
                  <a:lnTo>
                    <a:pt x="780" y="1082"/>
                  </a:lnTo>
                  <a:lnTo>
                    <a:pt x="818" y="1170"/>
                  </a:lnTo>
                  <a:lnTo>
                    <a:pt x="831" y="1296"/>
                  </a:lnTo>
                  <a:lnTo>
                    <a:pt x="755" y="1484"/>
                  </a:lnTo>
                  <a:lnTo>
                    <a:pt x="717" y="1710"/>
                  </a:lnTo>
                  <a:lnTo>
                    <a:pt x="717" y="1836"/>
                  </a:lnTo>
                  <a:lnTo>
                    <a:pt x="793" y="1987"/>
                  </a:lnTo>
                  <a:lnTo>
                    <a:pt x="944" y="2050"/>
                  </a:lnTo>
                  <a:lnTo>
                    <a:pt x="1132" y="2012"/>
                  </a:lnTo>
                  <a:lnTo>
                    <a:pt x="1220" y="1962"/>
                  </a:lnTo>
                  <a:lnTo>
                    <a:pt x="1308" y="1912"/>
                  </a:lnTo>
                  <a:lnTo>
                    <a:pt x="1422" y="1924"/>
                  </a:lnTo>
                  <a:lnTo>
                    <a:pt x="1522" y="2000"/>
                  </a:lnTo>
                  <a:lnTo>
                    <a:pt x="1673" y="2075"/>
                  </a:lnTo>
                  <a:lnTo>
                    <a:pt x="2012" y="2075"/>
                  </a:lnTo>
                  <a:lnTo>
                    <a:pt x="2302" y="2151"/>
                  </a:lnTo>
                  <a:lnTo>
                    <a:pt x="2490" y="2163"/>
                  </a:lnTo>
                  <a:lnTo>
                    <a:pt x="2578" y="2163"/>
                  </a:lnTo>
                  <a:lnTo>
                    <a:pt x="2654" y="2113"/>
                  </a:lnTo>
                  <a:lnTo>
                    <a:pt x="2691" y="2037"/>
                  </a:lnTo>
                  <a:lnTo>
                    <a:pt x="2742" y="1987"/>
                  </a:lnTo>
                  <a:lnTo>
                    <a:pt x="2805" y="1987"/>
                  </a:lnTo>
                  <a:lnTo>
                    <a:pt x="2943" y="2000"/>
                  </a:lnTo>
                  <a:lnTo>
                    <a:pt x="3132" y="2012"/>
                  </a:lnTo>
                  <a:lnTo>
                    <a:pt x="3245" y="1962"/>
                  </a:lnTo>
                  <a:lnTo>
                    <a:pt x="3308" y="1899"/>
                  </a:lnTo>
                  <a:lnTo>
                    <a:pt x="3408" y="1736"/>
                  </a:lnTo>
                  <a:lnTo>
                    <a:pt x="3471" y="1472"/>
                  </a:lnTo>
                  <a:lnTo>
                    <a:pt x="3421" y="1283"/>
                  </a:lnTo>
                  <a:lnTo>
                    <a:pt x="3358" y="1182"/>
                  </a:lnTo>
                  <a:lnTo>
                    <a:pt x="3270" y="1094"/>
                  </a:lnTo>
                  <a:lnTo>
                    <a:pt x="3031" y="1006"/>
                  </a:lnTo>
                  <a:lnTo>
                    <a:pt x="2742" y="1019"/>
                  </a:lnTo>
                  <a:lnTo>
                    <a:pt x="2478" y="1107"/>
                  </a:lnTo>
                  <a:lnTo>
                    <a:pt x="2377" y="1157"/>
                  </a:lnTo>
                  <a:lnTo>
                    <a:pt x="2226" y="1258"/>
                  </a:lnTo>
                  <a:lnTo>
                    <a:pt x="2038" y="1333"/>
                  </a:lnTo>
                  <a:lnTo>
                    <a:pt x="1899" y="1270"/>
                  </a:lnTo>
                  <a:lnTo>
                    <a:pt x="1824" y="1233"/>
                  </a:lnTo>
                  <a:lnTo>
                    <a:pt x="1648" y="1245"/>
                  </a:lnTo>
                  <a:lnTo>
                    <a:pt x="1497" y="1283"/>
                  </a:lnTo>
                  <a:lnTo>
                    <a:pt x="1409" y="1296"/>
                  </a:lnTo>
                  <a:lnTo>
                    <a:pt x="1396" y="1270"/>
                  </a:lnTo>
                  <a:lnTo>
                    <a:pt x="1409" y="1182"/>
                  </a:lnTo>
                  <a:lnTo>
                    <a:pt x="1371" y="1031"/>
                  </a:lnTo>
                  <a:lnTo>
                    <a:pt x="1283" y="956"/>
                  </a:lnTo>
                  <a:lnTo>
                    <a:pt x="1233" y="918"/>
                  </a:lnTo>
                  <a:lnTo>
                    <a:pt x="1208" y="830"/>
                  </a:lnTo>
                  <a:lnTo>
                    <a:pt x="1246" y="705"/>
                  </a:lnTo>
                  <a:lnTo>
                    <a:pt x="1283" y="604"/>
                  </a:lnTo>
                  <a:lnTo>
                    <a:pt x="1271" y="566"/>
                  </a:lnTo>
                  <a:lnTo>
                    <a:pt x="1107" y="516"/>
                  </a:lnTo>
                  <a:lnTo>
                    <a:pt x="868" y="453"/>
                  </a:lnTo>
                  <a:lnTo>
                    <a:pt x="655" y="365"/>
                  </a:lnTo>
                  <a:lnTo>
                    <a:pt x="604" y="290"/>
                  </a:lnTo>
                  <a:lnTo>
                    <a:pt x="567" y="227"/>
                  </a:lnTo>
                  <a:lnTo>
                    <a:pt x="428" y="114"/>
                  </a:lnTo>
                  <a:lnTo>
                    <a:pt x="202" y="13"/>
                  </a:lnTo>
                  <a:lnTo>
                    <a:pt x="114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038;p34">
              <a:extLst>
                <a:ext uri="{FF2B5EF4-FFF2-40B4-BE49-F238E27FC236}">
                  <a16:creationId xmlns:a16="http://schemas.microsoft.com/office/drawing/2014/main" id="{4315A8D1-18F0-D288-AB00-5BB3010425D7}"/>
                </a:ext>
              </a:extLst>
            </p:cNvPr>
            <p:cNvSpPr/>
            <p:nvPr/>
          </p:nvSpPr>
          <p:spPr>
            <a:xfrm>
              <a:off x="1718149" y="1958900"/>
              <a:ext cx="168210" cy="156195"/>
            </a:xfrm>
            <a:custGeom>
              <a:avLst/>
              <a:gdLst/>
              <a:ahLst/>
              <a:cxnLst/>
              <a:rect l="l" t="t" r="r" b="b"/>
              <a:pathLst>
                <a:path w="2100" h="1950" extrusionOk="0">
                  <a:moveTo>
                    <a:pt x="38" y="1"/>
                  </a:moveTo>
                  <a:lnTo>
                    <a:pt x="0" y="38"/>
                  </a:lnTo>
                  <a:lnTo>
                    <a:pt x="63" y="227"/>
                  </a:lnTo>
                  <a:lnTo>
                    <a:pt x="101" y="428"/>
                  </a:lnTo>
                  <a:lnTo>
                    <a:pt x="126" y="617"/>
                  </a:lnTo>
                  <a:lnTo>
                    <a:pt x="252" y="818"/>
                  </a:lnTo>
                  <a:lnTo>
                    <a:pt x="403" y="868"/>
                  </a:lnTo>
                  <a:lnTo>
                    <a:pt x="528" y="906"/>
                  </a:lnTo>
                  <a:lnTo>
                    <a:pt x="579" y="969"/>
                  </a:lnTo>
                  <a:lnTo>
                    <a:pt x="553" y="1082"/>
                  </a:lnTo>
                  <a:lnTo>
                    <a:pt x="541" y="1208"/>
                  </a:lnTo>
                  <a:lnTo>
                    <a:pt x="616" y="1396"/>
                  </a:lnTo>
                  <a:lnTo>
                    <a:pt x="729" y="1497"/>
                  </a:lnTo>
                  <a:lnTo>
                    <a:pt x="817" y="1522"/>
                  </a:lnTo>
                  <a:lnTo>
                    <a:pt x="918" y="1547"/>
                  </a:lnTo>
                  <a:lnTo>
                    <a:pt x="1044" y="1484"/>
                  </a:lnTo>
                  <a:lnTo>
                    <a:pt x="1144" y="1296"/>
                  </a:lnTo>
                  <a:lnTo>
                    <a:pt x="1170" y="1183"/>
                  </a:lnTo>
                  <a:lnTo>
                    <a:pt x="1207" y="1120"/>
                  </a:lnTo>
                  <a:lnTo>
                    <a:pt x="1320" y="1132"/>
                  </a:lnTo>
                  <a:lnTo>
                    <a:pt x="1421" y="1233"/>
                  </a:lnTo>
                  <a:lnTo>
                    <a:pt x="1471" y="1334"/>
                  </a:lnTo>
                  <a:lnTo>
                    <a:pt x="1446" y="1497"/>
                  </a:lnTo>
                  <a:lnTo>
                    <a:pt x="1471" y="1648"/>
                  </a:lnTo>
                  <a:lnTo>
                    <a:pt x="1547" y="1799"/>
                  </a:lnTo>
                  <a:lnTo>
                    <a:pt x="1760" y="1937"/>
                  </a:lnTo>
                  <a:lnTo>
                    <a:pt x="1874" y="1950"/>
                  </a:lnTo>
                  <a:lnTo>
                    <a:pt x="1937" y="1937"/>
                  </a:lnTo>
                  <a:lnTo>
                    <a:pt x="1999" y="1862"/>
                  </a:lnTo>
                  <a:lnTo>
                    <a:pt x="2025" y="1673"/>
                  </a:lnTo>
                  <a:lnTo>
                    <a:pt x="2062" y="1497"/>
                  </a:lnTo>
                  <a:lnTo>
                    <a:pt x="2100" y="1346"/>
                  </a:lnTo>
                  <a:lnTo>
                    <a:pt x="2025" y="1220"/>
                  </a:lnTo>
                  <a:lnTo>
                    <a:pt x="1874" y="1157"/>
                  </a:lnTo>
                  <a:lnTo>
                    <a:pt x="1735" y="1107"/>
                  </a:lnTo>
                  <a:lnTo>
                    <a:pt x="1622" y="1145"/>
                  </a:lnTo>
                  <a:lnTo>
                    <a:pt x="1597" y="1157"/>
                  </a:lnTo>
                  <a:lnTo>
                    <a:pt x="1572" y="1170"/>
                  </a:lnTo>
                  <a:lnTo>
                    <a:pt x="1459" y="1082"/>
                  </a:lnTo>
                  <a:lnTo>
                    <a:pt x="1358" y="969"/>
                  </a:lnTo>
                  <a:lnTo>
                    <a:pt x="1283" y="868"/>
                  </a:lnTo>
                  <a:lnTo>
                    <a:pt x="1283" y="755"/>
                  </a:lnTo>
                  <a:lnTo>
                    <a:pt x="1295" y="592"/>
                  </a:lnTo>
                  <a:lnTo>
                    <a:pt x="1283" y="491"/>
                  </a:lnTo>
                  <a:lnTo>
                    <a:pt x="1220" y="353"/>
                  </a:lnTo>
                  <a:lnTo>
                    <a:pt x="1031" y="277"/>
                  </a:lnTo>
                  <a:lnTo>
                    <a:pt x="880" y="290"/>
                  </a:lnTo>
                  <a:lnTo>
                    <a:pt x="742" y="290"/>
                  </a:lnTo>
                  <a:lnTo>
                    <a:pt x="692" y="189"/>
                  </a:lnTo>
                  <a:lnTo>
                    <a:pt x="704" y="114"/>
                  </a:lnTo>
                  <a:lnTo>
                    <a:pt x="692" y="38"/>
                  </a:lnTo>
                  <a:lnTo>
                    <a:pt x="604" y="1"/>
                  </a:lnTo>
                  <a:lnTo>
                    <a:pt x="541" y="76"/>
                  </a:lnTo>
                  <a:lnTo>
                    <a:pt x="516" y="177"/>
                  </a:lnTo>
                  <a:lnTo>
                    <a:pt x="390" y="479"/>
                  </a:lnTo>
                  <a:lnTo>
                    <a:pt x="340" y="491"/>
                  </a:lnTo>
                  <a:lnTo>
                    <a:pt x="340" y="441"/>
                  </a:lnTo>
                  <a:lnTo>
                    <a:pt x="277" y="189"/>
                  </a:lnTo>
                  <a:lnTo>
                    <a:pt x="176" y="51"/>
                  </a:lnTo>
                  <a:lnTo>
                    <a:pt x="101" y="13"/>
                  </a:lnTo>
                  <a:lnTo>
                    <a:pt x="3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039;p34">
              <a:extLst>
                <a:ext uri="{FF2B5EF4-FFF2-40B4-BE49-F238E27FC236}">
                  <a16:creationId xmlns:a16="http://schemas.microsoft.com/office/drawing/2014/main" id="{E6959026-92D7-C7C2-FED6-872732471588}"/>
                </a:ext>
              </a:extLst>
            </p:cNvPr>
            <p:cNvSpPr/>
            <p:nvPr/>
          </p:nvSpPr>
          <p:spPr>
            <a:xfrm>
              <a:off x="1831892" y="1818963"/>
              <a:ext cx="56551" cy="101727"/>
            </a:xfrm>
            <a:custGeom>
              <a:avLst/>
              <a:gdLst/>
              <a:ahLst/>
              <a:cxnLst/>
              <a:rect l="l" t="t" r="r" b="b"/>
              <a:pathLst>
                <a:path w="706" h="1270" extrusionOk="0">
                  <a:moveTo>
                    <a:pt x="64" y="0"/>
                  </a:moveTo>
                  <a:lnTo>
                    <a:pt x="39" y="13"/>
                  </a:lnTo>
                  <a:lnTo>
                    <a:pt x="1" y="75"/>
                  </a:lnTo>
                  <a:lnTo>
                    <a:pt x="26" y="440"/>
                  </a:lnTo>
                  <a:lnTo>
                    <a:pt x="39" y="666"/>
                  </a:lnTo>
                  <a:lnTo>
                    <a:pt x="51" y="855"/>
                  </a:lnTo>
                  <a:lnTo>
                    <a:pt x="190" y="1006"/>
                  </a:lnTo>
                  <a:lnTo>
                    <a:pt x="215" y="1094"/>
                  </a:lnTo>
                  <a:lnTo>
                    <a:pt x="227" y="1144"/>
                  </a:lnTo>
                  <a:lnTo>
                    <a:pt x="290" y="1220"/>
                  </a:lnTo>
                  <a:lnTo>
                    <a:pt x="466" y="1257"/>
                  </a:lnTo>
                  <a:lnTo>
                    <a:pt x="592" y="1270"/>
                  </a:lnTo>
                  <a:lnTo>
                    <a:pt x="642" y="1257"/>
                  </a:lnTo>
                  <a:lnTo>
                    <a:pt x="705" y="1195"/>
                  </a:lnTo>
                  <a:lnTo>
                    <a:pt x="705" y="1094"/>
                  </a:lnTo>
                  <a:lnTo>
                    <a:pt x="642" y="1006"/>
                  </a:lnTo>
                  <a:lnTo>
                    <a:pt x="592" y="993"/>
                  </a:lnTo>
                  <a:lnTo>
                    <a:pt x="403" y="981"/>
                  </a:lnTo>
                  <a:lnTo>
                    <a:pt x="353" y="956"/>
                  </a:lnTo>
                  <a:lnTo>
                    <a:pt x="340" y="880"/>
                  </a:lnTo>
                  <a:lnTo>
                    <a:pt x="366" y="868"/>
                  </a:lnTo>
                  <a:lnTo>
                    <a:pt x="391" y="855"/>
                  </a:lnTo>
                  <a:lnTo>
                    <a:pt x="491" y="679"/>
                  </a:lnTo>
                  <a:lnTo>
                    <a:pt x="454" y="490"/>
                  </a:lnTo>
                  <a:lnTo>
                    <a:pt x="378" y="277"/>
                  </a:lnTo>
                  <a:lnTo>
                    <a:pt x="177" y="63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040;p34">
              <a:extLst>
                <a:ext uri="{FF2B5EF4-FFF2-40B4-BE49-F238E27FC236}">
                  <a16:creationId xmlns:a16="http://schemas.microsoft.com/office/drawing/2014/main" id="{B694ACCF-5A4D-44E3-3479-B738D86DE5AD}"/>
                </a:ext>
              </a:extLst>
            </p:cNvPr>
            <p:cNvSpPr/>
            <p:nvPr/>
          </p:nvSpPr>
          <p:spPr>
            <a:xfrm>
              <a:off x="1730244" y="1768580"/>
              <a:ext cx="80581" cy="118949"/>
            </a:xfrm>
            <a:custGeom>
              <a:avLst/>
              <a:gdLst/>
              <a:ahLst/>
              <a:cxnLst/>
              <a:rect l="l" t="t" r="r" b="b"/>
              <a:pathLst>
                <a:path w="1006" h="1485" extrusionOk="0">
                  <a:moveTo>
                    <a:pt x="289" y="0"/>
                  </a:moveTo>
                  <a:lnTo>
                    <a:pt x="138" y="51"/>
                  </a:lnTo>
                  <a:lnTo>
                    <a:pt x="101" y="176"/>
                  </a:lnTo>
                  <a:lnTo>
                    <a:pt x="138" y="277"/>
                  </a:lnTo>
                  <a:lnTo>
                    <a:pt x="314" y="554"/>
                  </a:lnTo>
                  <a:lnTo>
                    <a:pt x="327" y="629"/>
                  </a:lnTo>
                  <a:lnTo>
                    <a:pt x="327" y="667"/>
                  </a:lnTo>
                  <a:lnTo>
                    <a:pt x="264" y="692"/>
                  </a:lnTo>
                  <a:lnTo>
                    <a:pt x="126" y="679"/>
                  </a:lnTo>
                  <a:lnTo>
                    <a:pt x="38" y="742"/>
                  </a:lnTo>
                  <a:lnTo>
                    <a:pt x="0" y="792"/>
                  </a:lnTo>
                  <a:lnTo>
                    <a:pt x="63" y="893"/>
                  </a:lnTo>
                  <a:lnTo>
                    <a:pt x="277" y="1019"/>
                  </a:lnTo>
                  <a:lnTo>
                    <a:pt x="428" y="1057"/>
                  </a:lnTo>
                  <a:lnTo>
                    <a:pt x="553" y="1119"/>
                  </a:lnTo>
                  <a:lnTo>
                    <a:pt x="742" y="1358"/>
                  </a:lnTo>
                  <a:lnTo>
                    <a:pt x="842" y="1446"/>
                  </a:lnTo>
                  <a:lnTo>
                    <a:pt x="880" y="1484"/>
                  </a:lnTo>
                  <a:lnTo>
                    <a:pt x="956" y="1459"/>
                  </a:lnTo>
                  <a:lnTo>
                    <a:pt x="1006" y="1283"/>
                  </a:lnTo>
                  <a:lnTo>
                    <a:pt x="993" y="1082"/>
                  </a:lnTo>
                  <a:lnTo>
                    <a:pt x="968" y="893"/>
                  </a:lnTo>
                  <a:lnTo>
                    <a:pt x="868" y="679"/>
                  </a:lnTo>
                  <a:lnTo>
                    <a:pt x="767" y="566"/>
                  </a:lnTo>
                  <a:lnTo>
                    <a:pt x="679" y="453"/>
                  </a:lnTo>
                  <a:lnTo>
                    <a:pt x="604" y="214"/>
                  </a:lnTo>
                  <a:lnTo>
                    <a:pt x="516" y="101"/>
                  </a:lnTo>
                  <a:lnTo>
                    <a:pt x="453" y="38"/>
                  </a:lnTo>
                  <a:lnTo>
                    <a:pt x="28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041;p34">
              <a:extLst>
                <a:ext uri="{FF2B5EF4-FFF2-40B4-BE49-F238E27FC236}">
                  <a16:creationId xmlns:a16="http://schemas.microsoft.com/office/drawing/2014/main" id="{2ED75224-EC4D-EB97-202C-90044D065E81}"/>
                </a:ext>
              </a:extLst>
            </p:cNvPr>
            <p:cNvSpPr/>
            <p:nvPr/>
          </p:nvSpPr>
          <p:spPr>
            <a:xfrm>
              <a:off x="1502598" y="1916606"/>
              <a:ext cx="185351" cy="146102"/>
            </a:xfrm>
            <a:custGeom>
              <a:avLst/>
              <a:gdLst/>
              <a:ahLst/>
              <a:cxnLst/>
              <a:rect l="l" t="t" r="r" b="b"/>
              <a:pathLst>
                <a:path w="2314" h="1824" extrusionOk="0">
                  <a:moveTo>
                    <a:pt x="579" y="1"/>
                  </a:moveTo>
                  <a:lnTo>
                    <a:pt x="503" y="13"/>
                  </a:lnTo>
                  <a:lnTo>
                    <a:pt x="478" y="51"/>
                  </a:lnTo>
                  <a:lnTo>
                    <a:pt x="478" y="114"/>
                  </a:lnTo>
                  <a:lnTo>
                    <a:pt x="566" y="177"/>
                  </a:lnTo>
                  <a:lnTo>
                    <a:pt x="541" y="227"/>
                  </a:lnTo>
                  <a:lnTo>
                    <a:pt x="478" y="265"/>
                  </a:lnTo>
                  <a:lnTo>
                    <a:pt x="340" y="353"/>
                  </a:lnTo>
                  <a:lnTo>
                    <a:pt x="264" y="541"/>
                  </a:lnTo>
                  <a:lnTo>
                    <a:pt x="264" y="629"/>
                  </a:lnTo>
                  <a:lnTo>
                    <a:pt x="264" y="667"/>
                  </a:lnTo>
                  <a:lnTo>
                    <a:pt x="227" y="667"/>
                  </a:lnTo>
                  <a:lnTo>
                    <a:pt x="164" y="642"/>
                  </a:lnTo>
                  <a:lnTo>
                    <a:pt x="88" y="654"/>
                  </a:lnTo>
                  <a:lnTo>
                    <a:pt x="51" y="705"/>
                  </a:lnTo>
                  <a:lnTo>
                    <a:pt x="0" y="818"/>
                  </a:lnTo>
                  <a:lnTo>
                    <a:pt x="51" y="969"/>
                  </a:lnTo>
                  <a:lnTo>
                    <a:pt x="139" y="1032"/>
                  </a:lnTo>
                  <a:lnTo>
                    <a:pt x="327" y="1032"/>
                  </a:lnTo>
                  <a:lnTo>
                    <a:pt x="428" y="1044"/>
                  </a:lnTo>
                  <a:lnTo>
                    <a:pt x="441" y="1082"/>
                  </a:lnTo>
                  <a:lnTo>
                    <a:pt x="466" y="1132"/>
                  </a:lnTo>
                  <a:lnTo>
                    <a:pt x="617" y="1170"/>
                  </a:lnTo>
                  <a:lnTo>
                    <a:pt x="717" y="1183"/>
                  </a:lnTo>
                  <a:lnTo>
                    <a:pt x="805" y="1220"/>
                  </a:lnTo>
                  <a:lnTo>
                    <a:pt x="843" y="1321"/>
                  </a:lnTo>
                  <a:lnTo>
                    <a:pt x="793" y="1333"/>
                  </a:lnTo>
                  <a:lnTo>
                    <a:pt x="705" y="1359"/>
                  </a:lnTo>
                  <a:lnTo>
                    <a:pt x="516" y="1434"/>
                  </a:lnTo>
                  <a:lnTo>
                    <a:pt x="453" y="1509"/>
                  </a:lnTo>
                  <a:lnTo>
                    <a:pt x="466" y="1560"/>
                  </a:lnTo>
                  <a:lnTo>
                    <a:pt x="541" y="1648"/>
                  </a:lnTo>
                  <a:lnTo>
                    <a:pt x="830" y="1685"/>
                  </a:lnTo>
                  <a:lnTo>
                    <a:pt x="981" y="1673"/>
                  </a:lnTo>
                  <a:lnTo>
                    <a:pt x="1107" y="1673"/>
                  </a:lnTo>
                  <a:lnTo>
                    <a:pt x="1195" y="1685"/>
                  </a:lnTo>
                  <a:lnTo>
                    <a:pt x="1283" y="1723"/>
                  </a:lnTo>
                  <a:lnTo>
                    <a:pt x="1358" y="1748"/>
                  </a:lnTo>
                  <a:lnTo>
                    <a:pt x="1472" y="1711"/>
                  </a:lnTo>
                  <a:lnTo>
                    <a:pt x="1597" y="1723"/>
                  </a:lnTo>
                  <a:lnTo>
                    <a:pt x="1748" y="1748"/>
                  </a:lnTo>
                  <a:lnTo>
                    <a:pt x="1924" y="1824"/>
                  </a:lnTo>
                  <a:lnTo>
                    <a:pt x="2000" y="1811"/>
                  </a:lnTo>
                  <a:lnTo>
                    <a:pt x="2088" y="1723"/>
                  </a:lnTo>
                  <a:lnTo>
                    <a:pt x="2289" y="1359"/>
                  </a:lnTo>
                  <a:lnTo>
                    <a:pt x="2314" y="1183"/>
                  </a:lnTo>
                  <a:lnTo>
                    <a:pt x="2301" y="1107"/>
                  </a:lnTo>
                  <a:lnTo>
                    <a:pt x="2226" y="1032"/>
                  </a:lnTo>
                  <a:lnTo>
                    <a:pt x="2176" y="1007"/>
                  </a:lnTo>
                  <a:lnTo>
                    <a:pt x="2075" y="981"/>
                  </a:lnTo>
                  <a:lnTo>
                    <a:pt x="1949" y="843"/>
                  </a:lnTo>
                  <a:lnTo>
                    <a:pt x="1924" y="742"/>
                  </a:lnTo>
                  <a:lnTo>
                    <a:pt x="1924" y="717"/>
                  </a:lnTo>
                  <a:lnTo>
                    <a:pt x="1924" y="705"/>
                  </a:lnTo>
                  <a:lnTo>
                    <a:pt x="1937" y="529"/>
                  </a:lnTo>
                  <a:lnTo>
                    <a:pt x="1962" y="277"/>
                  </a:lnTo>
                  <a:lnTo>
                    <a:pt x="1937" y="164"/>
                  </a:lnTo>
                  <a:lnTo>
                    <a:pt x="1886" y="126"/>
                  </a:lnTo>
                  <a:lnTo>
                    <a:pt x="1836" y="114"/>
                  </a:lnTo>
                  <a:lnTo>
                    <a:pt x="1786" y="139"/>
                  </a:lnTo>
                  <a:lnTo>
                    <a:pt x="1761" y="252"/>
                  </a:lnTo>
                  <a:lnTo>
                    <a:pt x="1673" y="315"/>
                  </a:lnTo>
                  <a:lnTo>
                    <a:pt x="1622" y="340"/>
                  </a:lnTo>
                  <a:lnTo>
                    <a:pt x="1560" y="428"/>
                  </a:lnTo>
                  <a:lnTo>
                    <a:pt x="1522" y="629"/>
                  </a:lnTo>
                  <a:lnTo>
                    <a:pt x="1560" y="818"/>
                  </a:lnTo>
                  <a:lnTo>
                    <a:pt x="1585" y="994"/>
                  </a:lnTo>
                  <a:lnTo>
                    <a:pt x="1522" y="1107"/>
                  </a:lnTo>
                  <a:lnTo>
                    <a:pt x="1434" y="1120"/>
                  </a:lnTo>
                  <a:lnTo>
                    <a:pt x="1346" y="1120"/>
                  </a:lnTo>
                  <a:lnTo>
                    <a:pt x="1245" y="1032"/>
                  </a:lnTo>
                  <a:lnTo>
                    <a:pt x="1107" y="981"/>
                  </a:lnTo>
                  <a:lnTo>
                    <a:pt x="1031" y="956"/>
                  </a:lnTo>
                  <a:lnTo>
                    <a:pt x="969" y="831"/>
                  </a:lnTo>
                  <a:lnTo>
                    <a:pt x="969" y="579"/>
                  </a:lnTo>
                  <a:lnTo>
                    <a:pt x="931" y="428"/>
                  </a:lnTo>
                  <a:lnTo>
                    <a:pt x="881" y="328"/>
                  </a:lnTo>
                  <a:lnTo>
                    <a:pt x="767" y="240"/>
                  </a:lnTo>
                  <a:lnTo>
                    <a:pt x="730" y="164"/>
                  </a:lnTo>
                  <a:lnTo>
                    <a:pt x="692" y="76"/>
                  </a:lnTo>
                  <a:lnTo>
                    <a:pt x="57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042;p34">
              <a:extLst>
                <a:ext uri="{FF2B5EF4-FFF2-40B4-BE49-F238E27FC236}">
                  <a16:creationId xmlns:a16="http://schemas.microsoft.com/office/drawing/2014/main" id="{EAFEC281-527C-79C3-94B2-AF353CE710FD}"/>
                </a:ext>
              </a:extLst>
            </p:cNvPr>
            <p:cNvSpPr/>
            <p:nvPr/>
          </p:nvSpPr>
          <p:spPr>
            <a:xfrm>
              <a:off x="1437155" y="1842112"/>
              <a:ext cx="128961" cy="63519"/>
            </a:xfrm>
            <a:custGeom>
              <a:avLst/>
              <a:gdLst/>
              <a:ahLst/>
              <a:cxnLst/>
              <a:rect l="l" t="t" r="r" b="b"/>
              <a:pathLst>
                <a:path w="1610" h="793" extrusionOk="0">
                  <a:moveTo>
                    <a:pt x="1522" y="0"/>
                  </a:moveTo>
                  <a:lnTo>
                    <a:pt x="1396" y="13"/>
                  </a:lnTo>
                  <a:lnTo>
                    <a:pt x="1220" y="25"/>
                  </a:lnTo>
                  <a:lnTo>
                    <a:pt x="905" y="51"/>
                  </a:lnTo>
                  <a:lnTo>
                    <a:pt x="792" y="63"/>
                  </a:lnTo>
                  <a:lnTo>
                    <a:pt x="679" y="139"/>
                  </a:lnTo>
                  <a:lnTo>
                    <a:pt x="604" y="227"/>
                  </a:lnTo>
                  <a:lnTo>
                    <a:pt x="516" y="289"/>
                  </a:lnTo>
                  <a:lnTo>
                    <a:pt x="428" y="315"/>
                  </a:lnTo>
                  <a:lnTo>
                    <a:pt x="214" y="340"/>
                  </a:lnTo>
                  <a:lnTo>
                    <a:pt x="13" y="440"/>
                  </a:lnTo>
                  <a:lnTo>
                    <a:pt x="0" y="516"/>
                  </a:lnTo>
                  <a:lnTo>
                    <a:pt x="50" y="553"/>
                  </a:lnTo>
                  <a:lnTo>
                    <a:pt x="189" y="616"/>
                  </a:lnTo>
                  <a:lnTo>
                    <a:pt x="289" y="641"/>
                  </a:lnTo>
                  <a:lnTo>
                    <a:pt x="289" y="717"/>
                  </a:lnTo>
                  <a:lnTo>
                    <a:pt x="289" y="755"/>
                  </a:lnTo>
                  <a:lnTo>
                    <a:pt x="327" y="767"/>
                  </a:lnTo>
                  <a:lnTo>
                    <a:pt x="453" y="729"/>
                  </a:lnTo>
                  <a:lnTo>
                    <a:pt x="516" y="717"/>
                  </a:lnTo>
                  <a:lnTo>
                    <a:pt x="641" y="667"/>
                  </a:lnTo>
                  <a:lnTo>
                    <a:pt x="792" y="491"/>
                  </a:lnTo>
                  <a:lnTo>
                    <a:pt x="905" y="440"/>
                  </a:lnTo>
                  <a:lnTo>
                    <a:pt x="968" y="478"/>
                  </a:lnTo>
                  <a:lnTo>
                    <a:pt x="1019" y="528"/>
                  </a:lnTo>
                  <a:lnTo>
                    <a:pt x="993" y="629"/>
                  </a:lnTo>
                  <a:lnTo>
                    <a:pt x="931" y="704"/>
                  </a:lnTo>
                  <a:lnTo>
                    <a:pt x="893" y="767"/>
                  </a:lnTo>
                  <a:lnTo>
                    <a:pt x="931" y="780"/>
                  </a:lnTo>
                  <a:lnTo>
                    <a:pt x="1031" y="792"/>
                  </a:lnTo>
                  <a:lnTo>
                    <a:pt x="1195" y="679"/>
                  </a:lnTo>
                  <a:lnTo>
                    <a:pt x="1346" y="616"/>
                  </a:lnTo>
                  <a:lnTo>
                    <a:pt x="1421" y="579"/>
                  </a:lnTo>
                  <a:lnTo>
                    <a:pt x="1484" y="465"/>
                  </a:lnTo>
                  <a:lnTo>
                    <a:pt x="1509" y="277"/>
                  </a:lnTo>
                  <a:lnTo>
                    <a:pt x="1559" y="164"/>
                  </a:lnTo>
                  <a:lnTo>
                    <a:pt x="1610" y="63"/>
                  </a:lnTo>
                  <a:lnTo>
                    <a:pt x="152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043;p34">
              <a:extLst>
                <a:ext uri="{FF2B5EF4-FFF2-40B4-BE49-F238E27FC236}">
                  <a16:creationId xmlns:a16="http://schemas.microsoft.com/office/drawing/2014/main" id="{3D15C0C8-021C-C607-0CC5-93820D4EB7C5}"/>
                </a:ext>
              </a:extLst>
            </p:cNvPr>
            <p:cNvSpPr/>
            <p:nvPr/>
          </p:nvSpPr>
          <p:spPr>
            <a:xfrm>
              <a:off x="1616421" y="1830978"/>
              <a:ext cx="55429" cy="33322"/>
            </a:xfrm>
            <a:custGeom>
              <a:avLst/>
              <a:gdLst/>
              <a:ahLst/>
              <a:cxnLst/>
              <a:rect l="l" t="t" r="r" b="b"/>
              <a:pathLst>
                <a:path w="692" h="416" extrusionOk="0">
                  <a:moveTo>
                    <a:pt x="340" y="1"/>
                  </a:moveTo>
                  <a:lnTo>
                    <a:pt x="113" y="64"/>
                  </a:lnTo>
                  <a:lnTo>
                    <a:pt x="63" y="76"/>
                  </a:lnTo>
                  <a:lnTo>
                    <a:pt x="0" y="152"/>
                  </a:lnTo>
                  <a:lnTo>
                    <a:pt x="13" y="315"/>
                  </a:lnTo>
                  <a:lnTo>
                    <a:pt x="51" y="403"/>
                  </a:lnTo>
                  <a:lnTo>
                    <a:pt x="76" y="416"/>
                  </a:lnTo>
                  <a:lnTo>
                    <a:pt x="239" y="416"/>
                  </a:lnTo>
                  <a:lnTo>
                    <a:pt x="302" y="340"/>
                  </a:lnTo>
                  <a:lnTo>
                    <a:pt x="352" y="252"/>
                  </a:lnTo>
                  <a:lnTo>
                    <a:pt x="415" y="164"/>
                  </a:lnTo>
                  <a:lnTo>
                    <a:pt x="516" y="139"/>
                  </a:lnTo>
                  <a:lnTo>
                    <a:pt x="629" y="114"/>
                  </a:lnTo>
                  <a:lnTo>
                    <a:pt x="692" y="51"/>
                  </a:lnTo>
                  <a:lnTo>
                    <a:pt x="591" y="13"/>
                  </a:lnTo>
                  <a:lnTo>
                    <a:pt x="34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044;p34">
              <a:extLst>
                <a:ext uri="{FF2B5EF4-FFF2-40B4-BE49-F238E27FC236}">
                  <a16:creationId xmlns:a16="http://schemas.microsoft.com/office/drawing/2014/main" id="{5DC53952-AAAC-350E-CB2B-82A40D92A073}"/>
                </a:ext>
              </a:extLst>
            </p:cNvPr>
            <p:cNvSpPr/>
            <p:nvPr/>
          </p:nvSpPr>
          <p:spPr>
            <a:xfrm>
              <a:off x="1633563" y="1795734"/>
              <a:ext cx="47339" cy="23309"/>
            </a:xfrm>
            <a:custGeom>
              <a:avLst/>
              <a:gdLst/>
              <a:ahLst/>
              <a:cxnLst/>
              <a:rect l="l" t="t" r="r" b="b"/>
              <a:pathLst>
                <a:path w="591" h="291" extrusionOk="0">
                  <a:moveTo>
                    <a:pt x="453" y="1"/>
                  </a:moveTo>
                  <a:lnTo>
                    <a:pt x="214" y="13"/>
                  </a:lnTo>
                  <a:lnTo>
                    <a:pt x="63" y="13"/>
                  </a:lnTo>
                  <a:lnTo>
                    <a:pt x="0" y="51"/>
                  </a:lnTo>
                  <a:lnTo>
                    <a:pt x="50" y="152"/>
                  </a:lnTo>
                  <a:lnTo>
                    <a:pt x="163" y="177"/>
                  </a:lnTo>
                  <a:lnTo>
                    <a:pt x="264" y="177"/>
                  </a:lnTo>
                  <a:lnTo>
                    <a:pt x="390" y="202"/>
                  </a:lnTo>
                  <a:lnTo>
                    <a:pt x="453" y="265"/>
                  </a:lnTo>
                  <a:lnTo>
                    <a:pt x="478" y="290"/>
                  </a:lnTo>
                  <a:lnTo>
                    <a:pt x="528" y="277"/>
                  </a:lnTo>
                  <a:lnTo>
                    <a:pt x="591" y="189"/>
                  </a:lnTo>
                  <a:lnTo>
                    <a:pt x="591" y="89"/>
                  </a:lnTo>
                  <a:lnTo>
                    <a:pt x="566" y="39"/>
                  </a:lnTo>
                  <a:lnTo>
                    <a:pt x="45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3045;p34">
              <a:extLst>
                <a:ext uri="{FF2B5EF4-FFF2-40B4-BE49-F238E27FC236}">
                  <a16:creationId xmlns:a16="http://schemas.microsoft.com/office/drawing/2014/main" id="{023E6FA1-87A1-67DE-F479-1CE0520A2D7B}"/>
                </a:ext>
              </a:extLst>
            </p:cNvPr>
            <p:cNvSpPr/>
            <p:nvPr/>
          </p:nvSpPr>
          <p:spPr>
            <a:xfrm>
              <a:off x="1711100" y="1880401"/>
              <a:ext cx="17141" cy="42373"/>
            </a:xfrm>
            <a:custGeom>
              <a:avLst/>
              <a:gdLst/>
              <a:ahLst/>
              <a:cxnLst/>
              <a:rect l="l" t="t" r="r" b="b"/>
              <a:pathLst>
                <a:path w="214" h="529" extrusionOk="0">
                  <a:moveTo>
                    <a:pt x="138" y="0"/>
                  </a:moveTo>
                  <a:lnTo>
                    <a:pt x="38" y="101"/>
                  </a:lnTo>
                  <a:lnTo>
                    <a:pt x="13" y="138"/>
                  </a:lnTo>
                  <a:lnTo>
                    <a:pt x="13" y="176"/>
                  </a:lnTo>
                  <a:lnTo>
                    <a:pt x="0" y="365"/>
                  </a:lnTo>
                  <a:lnTo>
                    <a:pt x="38" y="478"/>
                  </a:lnTo>
                  <a:lnTo>
                    <a:pt x="88" y="503"/>
                  </a:lnTo>
                  <a:lnTo>
                    <a:pt x="176" y="528"/>
                  </a:lnTo>
                  <a:lnTo>
                    <a:pt x="164" y="440"/>
                  </a:lnTo>
                  <a:lnTo>
                    <a:pt x="176" y="289"/>
                  </a:lnTo>
                  <a:lnTo>
                    <a:pt x="214" y="151"/>
                  </a:lnTo>
                  <a:lnTo>
                    <a:pt x="201" y="63"/>
                  </a:lnTo>
                  <a:lnTo>
                    <a:pt x="176" y="25"/>
                  </a:lnTo>
                  <a:lnTo>
                    <a:pt x="13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3046;p34">
              <a:extLst>
                <a:ext uri="{FF2B5EF4-FFF2-40B4-BE49-F238E27FC236}">
                  <a16:creationId xmlns:a16="http://schemas.microsoft.com/office/drawing/2014/main" id="{63B0C2FB-5E78-AF65-7438-3C40169C4D9F}"/>
                </a:ext>
              </a:extLst>
            </p:cNvPr>
            <p:cNvSpPr/>
            <p:nvPr/>
          </p:nvSpPr>
          <p:spPr>
            <a:xfrm>
              <a:off x="1688912" y="2035476"/>
              <a:ext cx="24270" cy="35324"/>
            </a:xfrm>
            <a:custGeom>
              <a:avLst/>
              <a:gdLst/>
              <a:ahLst/>
              <a:cxnLst/>
              <a:rect l="l" t="t" r="r" b="b"/>
              <a:pathLst>
                <a:path w="303" h="441" extrusionOk="0">
                  <a:moveTo>
                    <a:pt x="89" y="0"/>
                  </a:moveTo>
                  <a:lnTo>
                    <a:pt x="26" y="101"/>
                  </a:lnTo>
                  <a:lnTo>
                    <a:pt x="26" y="139"/>
                  </a:lnTo>
                  <a:lnTo>
                    <a:pt x="1" y="315"/>
                  </a:lnTo>
                  <a:lnTo>
                    <a:pt x="76" y="440"/>
                  </a:lnTo>
                  <a:lnTo>
                    <a:pt x="151" y="403"/>
                  </a:lnTo>
                  <a:lnTo>
                    <a:pt x="202" y="340"/>
                  </a:lnTo>
                  <a:lnTo>
                    <a:pt x="290" y="201"/>
                  </a:lnTo>
                  <a:lnTo>
                    <a:pt x="302" y="63"/>
                  </a:lnTo>
                  <a:lnTo>
                    <a:pt x="202" y="13"/>
                  </a:lnTo>
                  <a:lnTo>
                    <a:pt x="8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3047;p34">
              <a:extLst>
                <a:ext uri="{FF2B5EF4-FFF2-40B4-BE49-F238E27FC236}">
                  <a16:creationId xmlns:a16="http://schemas.microsoft.com/office/drawing/2014/main" id="{978E75F1-B33A-C883-F2C2-6B640A6CFB75}"/>
                </a:ext>
              </a:extLst>
            </p:cNvPr>
            <p:cNvSpPr/>
            <p:nvPr/>
          </p:nvSpPr>
          <p:spPr>
            <a:xfrm>
              <a:off x="1919523" y="1905552"/>
              <a:ext cx="27314" cy="39329"/>
            </a:xfrm>
            <a:custGeom>
              <a:avLst/>
              <a:gdLst/>
              <a:ahLst/>
              <a:cxnLst/>
              <a:rect l="l" t="t" r="r" b="b"/>
              <a:pathLst>
                <a:path w="341" h="491" extrusionOk="0">
                  <a:moveTo>
                    <a:pt x="127" y="0"/>
                  </a:moveTo>
                  <a:lnTo>
                    <a:pt x="64" y="13"/>
                  </a:lnTo>
                  <a:lnTo>
                    <a:pt x="13" y="38"/>
                  </a:lnTo>
                  <a:lnTo>
                    <a:pt x="1" y="176"/>
                  </a:lnTo>
                  <a:lnTo>
                    <a:pt x="89" y="403"/>
                  </a:lnTo>
                  <a:lnTo>
                    <a:pt x="114" y="453"/>
                  </a:lnTo>
                  <a:lnTo>
                    <a:pt x="152" y="491"/>
                  </a:lnTo>
                  <a:lnTo>
                    <a:pt x="265" y="428"/>
                  </a:lnTo>
                  <a:lnTo>
                    <a:pt x="315" y="340"/>
                  </a:lnTo>
                  <a:lnTo>
                    <a:pt x="340" y="239"/>
                  </a:lnTo>
                  <a:lnTo>
                    <a:pt x="240" y="63"/>
                  </a:lnTo>
                  <a:lnTo>
                    <a:pt x="12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3048;p34">
              <a:extLst>
                <a:ext uri="{FF2B5EF4-FFF2-40B4-BE49-F238E27FC236}">
                  <a16:creationId xmlns:a16="http://schemas.microsoft.com/office/drawing/2014/main" id="{63B01F7B-B64B-8DBC-B597-4ADC28309DB4}"/>
                </a:ext>
              </a:extLst>
            </p:cNvPr>
            <p:cNvSpPr/>
            <p:nvPr/>
          </p:nvSpPr>
          <p:spPr>
            <a:xfrm>
              <a:off x="1823882" y="1730291"/>
              <a:ext cx="19224" cy="29317"/>
            </a:xfrm>
            <a:custGeom>
              <a:avLst/>
              <a:gdLst/>
              <a:ahLst/>
              <a:cxnLst/>
              <a:rect l="l" t="t" r="r" b="b"/>
              <a:pathLst>
                <a:path w="240" h="366" extrusionOk="0">
                  <a:moveTo>
                    <a:pt x="76" y="1"/>
                  </a:moveTo>
                  <a:lnTo>
                    <a:pt x="26" y="13"/>
                  </a:lnTo>
                  <a:lnTo>
                    <a:pt x="0" y="89"/>
                  </a:lnTo>
                  <a:lnTo>
                    <a:pt x="13" y="239"/>
                  </a:lnTo>
                  <a:lnTo>
                    <a:pt x="38" y="315"/>
                  </a:lnTo>
                  <a:lnTo>
                    <a:pt x="51" y="365"/>
                  </a:lnTo>
                  <a:lnTo>
                    <a:pt x="114" y="365"/>
                  </a:lnTo>
                  <a:lnTo>
                    <a:pt x="189" y="315"/>
                  </a:lnTo>
                  <a:lnTo>
                    <a:pt x="227" y="277"/>
                  </a:lnTo>
                  <a:lnTo>
                    <a:pt x="239" y="177"/>
                  </a:lnTo>
                  <a:lnTo>
                    <a:pt x="202" y="76"/>
                  </a:lnTo>
                  <a:lnTo>
                    <a:pt x="126" y="13"/>
                  </a:lnTo>
                  <a:lnTo>
                    <a:pt x="7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3049;p34">
              <a:extLst>
                <a:ext uri="{FF2B5EF4-FFF2-40B4-BE49-F238E27FC236}">
                  <a16:creationId xmlns:a16="http://schemas.microsoft.com/office/drawing/2014/main" id="{C4CC7D20-B52C-DA5B-D615-050C5C418B61}"/>
                </a:ext>
              </a:extLst>
            </p:cNvPr>
            <p:cNvSpPr/>
            <p:nvPr/>
          </p:nvSpPr>
          <p:spPr>
            <a:xfrm>
              <a:off x="1757399" y="1878318"/>
              <a:ext cx="33322" cy="14178"/>
            </a:xfrm>
            <a:custGeom>
              <a:avLst/>
              <a:gdLst/>
              <a:ahLst/>
              <a:cxnLst/>
              <a:rect l="l" t="t" r="r" b="b"/>
              <a:pathLst>
                <a:path w="416" h="177" extrusionOk="0">
                  <a:moveTo>
                    <a:pt x="101" y="1"/>
                  </a:moveTo>
                  <a:lnTo>
                    <a:pt x="38" y="26"/>
                  </a:lnTo>
                  <a:lnTo>
                    <a:pt x="1" y="76"/>
                  </a:lnTo>
                  <a:lnTo>
                    <a:pt x="89" y="114"/>
                  </a:lnTo>
                  <a:lnTo>
                    <a:pt x="164" y="152"/>
                  </a:lnTo>
                  <a:lnTo>
                    <a:pt x="265" y="177"/>
                  </a:lnTo>
                  <a:lnTo>
                    <a:pt x="390" y="164"/>
                  </a:lnTo>
                  <a:lnTo>
                    <a:pt x="415" y="114"/>
                  </a:lnTo>
                  <a:lnTo>
                    <a:pt x="378" y="64"/>
                  </a:lnTo>
                  <a:lnTo>
                    <a:pt x="340" y="51"/>
                  </a:lnTo>
                  <a:lnTo>
                    <a:pt x="10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3050;p34">
              <a:extLst>
                <a:ext uri="{FF2B5EF4-FFF2-40B4-BE49-F238E27FC236}">
                  <a16:creationId xmlns:a16="http://schemas.microsoft.com/office/drawing/2014/main" id="{333E0558-7A3B-EDB0-3193-A27111F5C129}"/>
                </a:ext>
              </a:extLst>
            </p:cNvPr>
            <p:cNvSpPr/>
            <p:nvPr/>
          </p:nvSpPr>
          <p:spPr>
            <a:xfrm>
              <a:off x="2130028" y="2871412"/>
              <a:ext cx="63519" cy="70568"/>
            </a:xfrm>
            <a:custGeom>
              <a:avLst/>
              <a:gdLst/>
              <a:ahLst/>
              <a:cxnLst/>
              <a:rect l="l" t="t" r="r" b="b"/>
              <a:pathLst>
                <a:path w="793" h="881" extrusionOk="0">
                  <a:moveTo>
                    <a:pt x="541" y="0"/>
                  </a:moveTo>
                  <a:lnTo>
                    <a:pt x="441" y="38"/>
                  </a:lnTo>
                  <a:lnTo>
                    <a:pt x="378" y="139"/>
                  </a:lnTo>
                  <a:lnTo>
                    <a:pt x="303" y="214"/>
                  </a:lnTo>
                  <a:lnTo>
                    <a:pt x="164" y="214"/>
                  </a:lnTo>
                  <a:lnTo>
                    <a:pt x="89" y="302"/>
                  </a:lnTo>
                  <a:lnTo>
                    <a:pt x="76" y="503"/>
                  </a:lnTo>
                  <a:lnTo>
                    <a:pt x="76" y="554"/>
                  </a:lnTo>
                  <a:lnTo>
                    <a:pt x="64" y="591"/>
                  </a:lnTo>
                  <a:lnTo>
                    <a:pt x="1" y="767"/>
                  </a:lnTo>
                  <a:lnTo>
                    <a:pt x="26" y="855"/>
                  </a:lnTo>
                  <a:lnTo>
                    <a:pt x="76" y="880"/>
                  </a:lnTo>
                  <a:lnTo>
                    <a:pt x="189" y="880"/>
                  </a:lnTo>
                  <a:lnTo>
                    <a:pt x="391" y="717"/>
                  </a:lnTo>
                  <a:lnTo>
                    <a:pt x="554" y="554"/>
                  </a:lnTo>
                  <a:lnTo>
                    <a:pt x="717" y="403"/>
                  </a:lnTo>
                  <a:lnTo>
                    <a:pt x="793" y="239"/>
                  </a:lnTo>
                  <a:lnTo>
                    <a:pt x="717" y="126"/>
                  </a:lnTo>
                  <a:lnTo>
                    <a:pt x="629" y="51"/>
                  </a:lnTo>
                  <a:lnTo>
                    <a:pt x="54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3051;p34">
              <a:extLst>
                <a:ext uri="{FF2B5EF4-FFF2-40B4-BE49-F238E27FC236}">
                  <a16:creationId xmlns:a16="http://schemas.microsoft.com/office/drawing/2014/main" id="{A3A7FB02-13D7-E144-9189-144426205056}"/>
                </a:ext>
              </a:extLst>
            </p:cNvPr>
            <p:cNvSpPr/>
            <p:nvPr/>
          </p:nvSpPr>
          <p:spPr>
            <a:xfrm>
              <a:off x="2228712" y="2913705"/>
              <a:ext cx="36365" cy="74573"/>
            </a:xfrm>
            <a:custGeom>
              <a:avLst/>
              <a:gdLst/>
              <a:ahLst/>
              <a:cxnLst/>
              <a:rect l="l" t="t" r="r" b="b"/>
              <a:pathLst>
                <a:path w="454" h="931" extrusionOk="0">
                  <a:moveTo>
                    <a:pt x="328" y="0"/>
                  </a:moveTo>
                  <a:lnTo>
                    <a:pt x="240" y="38"/>
                  </a:lnTo>
                  <a:lnTo>
                    <a:pt x="177" y="189"/>
                  </a:lnTo>
                  <a:lnTo>
                    <a:pt x="152" y="239"/>
                  </a:lnTo>
                  <a:lnTo>
                    <a:pt x="51" y="290"/>
                  </a:lnTo>
                  <a:lnTo>
                    <a:pt x="1" y="491"/>
                  </a:lnTo>
                  <a:lnTo>
                    <a:pt x="64" y="717"/>
                  </a:lnTo>
                  <a:lnTo>
                    <a:pt x="177" y="893"/>
                  </a:lnTo>
                  <a:lnTo>
                    <a:pt x="240" y="918"/>
                  </a:lnTo>
                  <a:lnTo>
                    <a:pt x="303" y="931"/>
                  </a:lnTo>
                  <a:lnTo>
                    <a:pt x="353" y="881"/>
                  </a:lnTo>
                  <a:lnTo>
                    <a:pt x="378" y="692"/>
                  </a:lnTo>
                  <a:lnTo>
                    <a:pt x="378" y="440"/>
                  </a:lnTo>
                  <a:lnTo>
                    <a:pt x="403" y="214"/>
                  </a:lnTo>
                  <a:lnTo>
                    <a:pt x="454" y="101"/>
                  </a:lnTo>
                  <a:lnTo>
                    <a:pt x="378" y="38"/>
                  </a:lnTo>
                  <a:lnTo>
                    <a:pt x="32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46" name="Google Shape;3065;p34">
            <a:extLst>
              <a:ext uri="{FF2B5EF4-FFF2-40B4-BE49-F238E27FC236}">
                <a16:creationId xmlns:a16="http://schemas.microsoft.com/office/drawing/2014/main" id="{C5E0F3D8-38E8-3DD9-A1AB-EE4C245BCFBB}"/>
              </a:ext>
            </a:extLst>
          </p:cNvPr>
          <p:cNvCxnSpPr>
            <a:cxnSpLocks/>
          </p:cNvCxnSpPr>
          <p:nvPr/>
        </p:nvCxnSpPr>
        <p:spPr>
          <a:xfrm>
            <a:off x="2211435" y="6321357"/>
            <a:ext cx="1488642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oval" w="med" len="med"/>
          </a:ln>
        </p:spPr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B80D677E-10AF-4C80-3409-9D189D9EBA86}"/>
              </a:ext>
            </a:extLst>
          </p:cNvPr>
          <p:cNvSpPr txBox="1"/>
          <p:nvPr/>
        </p:nvSpPr>
        <p:spPr>
          <a:xfrm>
            <a:off x="1105078" y="2039852"/>
            <a:ext cx="410265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F10202"/>
                </a:solidFill>
              </a:rPr>
              <a:t>Ottawa</a:t>
            </a:r>
            <a:r>
              <a:rPr lang="en-US" dirty="0">
                <a:solidFill>
                  <a:srgbClr val="F10202"/>
                </a:solidFill>
              </a:rPr>
              <a:t> is Canada’s capital, known for its government, history, and bilingual culture. It’s one of the most livable cities in the country. </a:t>
            </a:r>
            <a:endParaRPr lang="en-US" b="1" dirty="0">
              <a:solidFill>
                <a:srgbClr val="F10202"/>
              </a:solidFill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A1DE74F3-48EA-186C-7EC9-C109897846BA}"/>
              </a:ext>
            </a:extLst>
          </p:cNvPr>
          <p:cNvSpPr txBox="1"/>
          <p:nvPr/>
        </p:nvSpPr>
        <p:spPr>
          <a:xfrm>
            <a:off x="6634927" y="3719800"/>
            <a:ext cx="410265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bg2">
                    <a:lumMod val="25000"/>
                  </a:schemeClr>
                </a:solidFill>
              </a:rPr>
              <a:t>Airbnb</a:t>
            </a:r>
            <a:r>
              <a:rPr lang="en-US" dirty="0">
                <a:solidFill>
                  <a:schemeClr val="bg2">
                    <a:lumMod val="25000"/>
                  </a:schemeClr>
                </a:solidFill>
              </a:rPr>
              <a:t> is an online platform that allows people to rent out their homes or rooms to short-term guests.</a:t>
            </a:r>
            <a:endParaRPr lang="en-US" b="1" dirty="0">
              <a:solidFill>
                <a:schemeClr val="bg2">
                  <a:lumMod val="25000"/>
                </a:schemeClr>
              </a:solidFill>
            </a:endParaRPr>
          </a:p>
        </p:txBody>
      </p:sp>
      <p:pic>
        <p:nvPicPr>
          <p:cNvPr id="50" name="Picture 49">
            <a:extLst>
              <a:ext uri="{FF2B5EF4-FFF2-40B4-BE49-F238E27FC236}">
                <a16:creationId xmlns:a16="http://schemas.microsoft.com/office/drawing/2014/main" id="{F7DB3E68-BAFB-C6BD-B1F1-6C2DBC929A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1806" y="4409080"/>
            <a:ext cx="3399604" cy="1912277"/>
          </a:xfrm>
          <a:prstGeom prst="rect">
            <a:avLst/>
          </a:prstGeom>
        </p:spPr>
      </p:pic>
      <p:sp>
        <p:nvSpPr>
          <p:cNvPr id="51" name="Rectangle 50">
            <a:extLst>
              <a:ext uri="{FF2B5EF4-FFF2-40B4-BE49-F238E27FC236}">
                <a16:creationId xmlns:a16="http://schemas.microsoft.com/office/drawing/2014/main" id="{89F6C975-05EE-2689-F9B3-55017939F77D}"/>
              </a:ext>
            </a:extLst>
          </p:cNvPr>
          <p:cNvSpPr/>
          <p:nvPr/>
        </p:nvSpPr>
        <p:spPr>
          <a:xfrm>
            <a:off x="1047219" y="2059019"/>
            <a:ext cx="57859" cy="1081597"/>
          </a:xfrm>
          <a:prstGeom prst="rect">
            <a:avLst/>
          </a:prstGeom>
          <a:solidFill>
            <a:srgbClr val="E2E2E2"/>
          </a:solidFill>
          <a:ln>
            <a:solidFill>
              <a:srgbClr val="E2E2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42EAF316-8D7B-63CF-4828-01E0726450C4}"/>
              </a:ext>
            </a:extLst>
          </p:cNvPr>
          <p:cNvSpPr/>
          <p:nvPr/>
        </p:nvSpPr>
        <p:spPr>
          <a:xfrm>
            <a:off x="6577068" y="3666191"/>
            <a:ext cx="57859" cy="1081597"/>
          </a:xfrm>
          <a:prstGeom prst="rect">
            <a:avLst/>
          </a:prstGeom>
          <a:solidFill>
            <a:srgbClr val="E2E2E2"/>
          </a:solidFill>
          <a:ln>
            <a:solidFill>
              <a:srgbClr val="E2E2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53BC9819-4930-FB91-AD92-341116FBC40F}"/>
              </a:ext>
            </a:extLst>
          </p:cNvPr>
          <p:cNvSpPr/>
          <p:nvPr/>
        </p:nvSpPr>
        <p:spPr>
          <a:xfrm>
            <a:off x="887714" y="1659467"/>
            <a:ext cx="2750243" cy="368607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51888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353F689-2E51-BF4F-AE47-7CEB7CC4C5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 rtl="0"/>
            <a:r>
              <a:rPr lang="en-GB" sz="5400" dirty="0">
                <a:latin typeface="Fira Sans Extra Condensed" panose="020F0502020204030204" pitchFamily="34" charset="0"/>
              </a:rPr>
              <a:t>Problem Statement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17F80A9-6337-524E-AC61-32C5AFEE8E6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52498" y="2289362"/>
            <a:ext cx="10829194" cy="4042857"/>
          </a:xfrm>
        </p:spPr>
        <p:txBody>
          <a:bodyPr rtlCol="0"/>
          <a:lstStyle/>
          <a:p>
            <a:r>
              <a:rPr lang="en-GB" sz="3000" spc="100" dirty="0">
                <a:latin typeface="Fira Sans Extra Condensed" panose="020F0502020204030204" pitchFamily="34" charset="0"/>
                <a:ea typeface="+mj-ea"/>
                <a:cs typeface="+mj-cs"/>
              </a:rPr>
              <a:t>A client is considering investing in an Airbnb hotel in their city </a:t>
            </a:r>
            <a:r>
              <a:rPr lang="en-GB" sz="3000" spc="100" dirty="0">
                <a:solidFill>
                  <a:srgbClr val="F10202"/>
                </a:solidFill>
                <a:latin typeface="Fira Sans Extra Condensed" panose="020F0502020204030204" pitchFamily="34" charset="0"/>
                <a:ea typeface="+mj-ea"/>
                <a:cs typeface="+mj-cs"/>
              </a:rPr>
              <a:t>Ottawa, Canada</a:t>
            </a:r>
            <a:r>
              <a:rPr lang="en-GB" sz="3000" spc="100" dirty="0">
                <a:latin typeface="Fira Sans Extra Condensed" panose="020F0502020204030204" pitchFamily="34" charset="0"/>
                <a:ea typeface="+mj-ea"/>
                <a:cs typeface="+mj-cs"/>
              </a:rPr>
              <a:t>. Before making a decision, the client wants to understand the current Airbnb market performance in the city. </a:t>
            </a:r>
          </a:p>
          <a:p>
            <a:r>
              <a:rPr lang="en-GB" sz="3000" spc="100" dirty="0">
                <a:latin typeface="Fira Sans Extra Condensed" panose="020F0502020204030204" pitchFamily="34" charset="0"/>
                <a:ea typeface="+mj-ea"/>
                <a:cs typeface="+mj-cs"/>
              </a:rPr>
              <a:t>Our goal is to conclude data-driven insights to give suitable recommendations to the client for their investment plan.</a:t>
            </a:r>
          </a:p>
          <a:p>
            <a:endParaRPr lang="en-GB" sz="3000" b="1" spc="100" dirty="0">
              <a:latin typeface="Fira Sans Extra Condensed" panose="020F0502020204030204" pitchFamily="34" charset="0"/>
              <a:ea typeface="+mj-ea"/>
              <a:cs typeface="+mj-cs"/>
            </a:endParaRPr>
          </a:p>
          <a:p>
            <a:endParaRPr lang="en-GB" sz="2400" dirty="0"/>
          </a:p>
          <a:p>
            <a:pPr rtl="0"/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3912460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graph of numbers and a number of neighborhoods&#10;&#10;AI-generated content may be incorrect.">
            <a:extLst>
              <a:ext uri="{FF2B5EF4-FFF2-40B4-BE49-F238E27FC236}">
                <a16:creationId xmlns:a16="http://schemas.microsoft.com/office/drawing/2014/main" id="{C624431F-BD03-7BB1-6DAB-C8D506A07CC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02" t="2044" r="1004" b="1255"/>
          <a:stretch/>
        </p:blipFill>
        <p:spPr>
          <a:xfrm>
            <a:off x="3721252" y="1963711"/>
            <a:ext cx="7941096" cy="4557010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46B97465-056A-A555-F606-75774DD10B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2062" y="1197886"/>
            <a:ext cx="7941096" cy="610863"/>
          </a:xfrm>
        </p:spPr>
        <p:txBody>
          <a:bodyPr rtlCol="0">
            <a:noAutofit/>
          </a:bodyPr>
          <a:lstStyle/>
          <a:p>
            <a:r>
              <a:rPr lang="en-US" sz="4900" dirty="0">
                <a:latin typeface="Fira Sans Extra Condensed" panose="020F0502020204030204" pitchFamily="34" charset="0"/>
              </a:rPr>
              <a:t>Neighborhoods With the Highest Number of Listings</a:t>
            </a:r>
            <a:endParaRPr lang="en-GB" sz="4900" dirty="0">
              <a:latin typeface="Fira Sans Extra Condensed" panose="020F050202020403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B54DABC-F0B5-D489-0773-729CAFE446CE}"/>
              </a:ext>
            </a:extLst>
          </p:cNvPr>
          <p:cNvSpPr txBox="1"/>
          <p:nvPr/>
        </p:nvSpPr>
        <p:spPr>
          <a:xfrm>
            <a:off x="882063" y="2690336"/>
            <a:ext cx="3004138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 dirty="0">
                <a:solidFill>
                  <a:srgbClr val="F10202"/>
                </a:solidFill>
              </a:rPr>
              <a:t>Rideau-Vanier</a:t>
            </a:r>
            <a:r>
              <a:rPr lang="en-US" sz="3000" b="1" dirty="0">
                <a:solidFill>
                  <a:schemeClr val="bg1"/>
                </a:solidFill>
              </a:rPr>
              <a:t> leads with the highest number of listings.</a:t>
            </a:r>
          </a:p>
        </p:txBody>
      </p:sp>
    </p:spTree>
    <p:extLst>
      <p:ext uri="{BB962C8B-B14F-4D97-AF65-F5344CB8AC3E}">
        <p14:creationId xmlns:p14="http://schemas.microsoft.com/office/powerpoint/2010/main" val="37790760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3A1EF1D6-EA34-848F-C8BD-7F57A85CD83B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4" t="2580" r="533" b="1975"/>
          <a:stretch/>
        </p:blipFill>
        <p:spPr>
          <a:xfrm>
            <a:off x="4542019" y="1808749"/>
            <a:ext cx="6400800" cy="4925278"/>
          </a:xfrm>
          <a:prstGeom prst="rect">
            <a:avLst/>
          </a:prstGeom>
          <a:ln>
            <a:noFill/>
          </a:ln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2E134ECA-5980-805F-A6C9-7989BF370A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2062" y="1197886"/>
            <a:ext cx="7941096" cy="610863"/>
          </a:xfrm>
        </p:spPr>
        <p:txBody>
          <a:bodyPr rtlCol="0">
            <a:noAutofit/>
          </a:bodyPr>
          <a:lstStyle/>
          <a:p>
            <a:r>
              <a:rPr lang="en-US" sz="4900" dirty="0">
                <a:latin typeface="Fira Sans Extra Condensed" panose="020F0502020204030204" pitchFamily="34" charset="0"/>
              </a:rPr>
              <a:t>Listings with the Highest Demand</a:t>
            </a:r>
            <a:endParaRPr lang="en-GB" sz="4900" dirty="0">
              <a:latin typeface="Fira Sans Extra Condensed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07328A2-40BF-DF89-262E-72009B2B56C9}"/>
              </a:ext>
            </a:extLst>
          </p:cNvPr>
          <p:cNvSpPr txBox="1"/>
          <p:nvPr/>
        </p:nvSpPr>
        <p:spPr>
          <a:xfrm>
            <a:off x="882063" y="2690336"/>
            <a:ext cx="3004138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 dirty="0">
                <a:solidFill>
                  <a:srgbClr val="F10202"/>
                </a:solidFill>
              </a:rPr>
              <a:t>Rideau-Vanier</a:t>
            </a:r>
            <a:r>
              <a:rPr lang="en-US" sz="3000" b="1" dirty="0">
                <a:solidFill>
                  <a:schemeClr val="bg1"/>
                </a:solidFill>
              </a:rPr>
              <a:t> leads with the highest occupancy percentage.</a:t>
            </a:r>
          </a:p>
        </p:txBody>
      </p:sp>
    </p:spTree>
    <p:extLst>
      <p:ext uri="{BB962C8B-B14F-4D97-AF65-F5344CB8AC3E}">
        <p14:creationId xmlns:p14="http://schemas.microsoft.com/office/powerpoint/2010/main" val="727033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0052B9A8-9F34-9796-DC4E-F42B41CA2D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8906" y="1156083"/>
            <a:ext cx="7941096" cy="637675"/>
          </a:xfrm>
        </p:spPr>
        <p:txBody>
          <a:bodyPr rtlCol="0">
            <a:noAutofit/>
          </a:bodyPr>
          <a:lstStyle/>
          <a:p>
            <a:r>
              <a:rPr lang="en-GB" sz="4900" dirty="0">
                <a:latin typeface="Fira Sans Extra Condensed" panose="020F0502020204030204" pitchFamily="34" charset="0"/>
              </a:rPr>
              <a:t>Popular Properties Among Guests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39D7C31F-9CDD-364D-11FF-05DE87A3976A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5" t="1190" r="340" b="1151"/>
          <a:stretch/>
        </p:blipFill>
        <p:spPr>
          <a:xfrm>
            <a:off x="3866989" y="1793758"/>
            <a:ext cx="7941096" cy="490151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C5DF913-5BAA-F6BE-1556-0F1BB0E72C2B}"/>
              </a:ext>
            </a:extLst>
          </p:cNvPr>
          <p:cNvSpPr txBox="1"/>
          <p:nvPr/>
        </p:nvSpPr>
        <p:spPr>
          <a:xfrm>
            <a:off x="891805" y="2431433"/>
            <a:ext cx="2997456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 dirty="0">
                <a:solidFill>
                  <a:srgbClr val="F10202"/>
                </a:solidFill>
              </a:rPr>
              <a:t>Campsites</a:t>
            </a:r>
            <a:r>
              <a:rPr lang="en-US" sz="3000" b="1" dirty="0">
                <a:solidFill>
                  <a:schemeClr val="bg1"/>
                </a:solidFill>
              </a:rPr>
              <a:t>, </a:t>
            </a:r>
            <a:r>
              <a:rPr lang="en-US" sz="3000" b="1" dirty="0">
                <a:solidFill>
                  <a:srgbClr val="F10202"/>
                </a:solidFill>
              </a:rPr>
              <a:t>entire cabins</a:t>
            </a:r>
            <a:r>
              <a:rPr lang="en-US" sz="3000" b="1" dirty="0">
                <a:solidFill>
                  <a:schemeClr val="bg1"/>
                </a:solidFill>
              </a:rPr>
              <a:t>, and </a:t>
            </a:r>
            <a:r>
              <a:rPr lang="en-US" sz="3000" b="1" dirty="0">
                <a:solidFill>
                  <a:srgbClr val="F10202"/>
                </a:solidFill>
              </a:rPr>
              <a:t>chalets</a:t>
            </a:r>
            <a:r>
              <a:rPr lang="en-US" sz="3000" b="1" dirty="0">
                <a:solidFill>
                  <a:schemeClr val="bg1"/>
                </a:solidFill>
              </a:rPr>
              <a:t> are the top-rated properties based on guest reviews.</a:t>
            </a:r>
          </a:p>
        </p:txBody>
      </p:sp>
    </p:spTree>
    <p:extLst>
      <p:ext uri="{BB962C8B-B14F-4D97-AF65-F5344CB8AC3E}">
        <p14:creationId xmlns:p14="http://schemas.microsoft.com/office/powerpoint/2010/main" val="6160291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94BB23D-0998-D685-CF44-7CFAC3553E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023" y="1777420"/>
            <a:ext cx="6848482" cy="610863"/>
          </a:xfrm>
        </p:spPr>
        <p:txBody>
          <a:bodyPr>
            <a:normAutofit fontScale="90000"/>
          </a:bodyPr>
          <a:lstStyle/>
          <a:p>
            <a:r>
              <a:rPr lang="en-US" sz="5400" dirty="0">
                <a:latin typeface="Fira Sans Extra Condensed" panose="020F0502020204030204" pitchFamily="34" charset="0"/>
              </a:rPr>
              <a:t>Earnings by Host Type </a:t>
            </a:r>
            <a:br>
              <a:rPr lang="en-US" sz="4400" dirty="0"/>
            </a:br>
            <a:endParaRPr lang="en-US" dirty="0"/>
          </a:p>
        </p:txBody>
      </p:sp>
      <p:pic>
        <p:nvPicPr>
          <p:cNvPr id="5" name="Picture 4" descr="A red circle with a number of numbers on it&#10;&#10;AI-generated content may be incorrect.">
            <a:extLst>
              <a:ext uri="{FF2B5EF4-FFF2-40B4-BE49-F238E27FC236}">
                <a16:creationId xmlns:a16="http://schemas.microsoft.com/office/drawing/2014/main" id="{F8831F34-13F5-CE12-EBFE-6ECE1EDDA62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00" t="2124" r="1505" b="1445"/>
          <a:stretch/>
        </p:blipFill>
        <p:spPr>
          <a:xfrm>
            <a:off x="3134682" y="2183718"/>
            <a:ext cx="8582412" cy="4572000"/>
          </a:xfrm>
          <a:prstGeom prst="rect">
            <a:avLst/>
          </a:prstGeom>
        </p:spPr>
      </p:pic>
      <p:grpSp>
        <p:nvGrpSpPr>
          <p:cNvPr id="6" name="Google Shape;777;p24">
            <a:extLst>
              <a:ext uri="{FF2B5EF4-FFF2-40B4-BE49-F238E27FC236}">
                <a16:creationId xmlns:a16="http://schemas.microsoft.com/office/drawing/2014/main" id="{63D9EA61-5265-BC17-6415-59C7F00CE4F1}"/>
              </a:ext>
            </a:extLst>
          </p:cNvPr>
          <p:cNvGrpSpPr/>
          <p:nvPr/>
        </p:nvGrpSpPr>
        <p:grpSpPr>
          <a:xfrm>
            <a:off x="1384436" y="4531771"/>
            <a:ext cx="4336159" cy="571800"/>
            <a:chOff x="18591" y="1783700"/>
            <a:chExt cx="4336159" cy="571800"/>
          </a:xfrm>
        </p:grpSpPr>
        <p:sp>
          <p:nvSpPr>
            <p:cNvPr id="7" name="Google Shape;778;p24">
              <a:extLst>
                <a:ext uri="{FF2B5EF4-FFF2-40B4-BE49-F238E27FC236}">
                  <a16:creationId xmlns:a16="http://schemas.microsoft.com/office/drawing/2014/main" id="{D4CCAC85-6536-D4A9-0513-0032422AC46B}"/>
                </a:ext>
              </a:extLst>
            </p:cNvPr>
            <p:cNvSpPr/>
            <p:nvPr/>
          </p:nvSpPr>
          <p:spPr>
            <a:xfrm>
              <a:off x="18591" y="1871587"/>
              <a:ext cx="2167799" cy="2724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3500" b="1" dirty="0" err="1">
                  <a:solidFill>
                    <a:srgbClr val="F10202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Superhosts</a:t>
              </a:r>
              <a:endParaRPr sz="3500" b="1" dirty="0">
                <a:solidFill>
                  <a:srgbClr val="F10202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8" name="Google Shape;779;p24">
              <a:extLst>
                <a:ext uri="{FF2B5EF4-FFF2-40B4-BE49-F238E27FC236}">
                  <a16:creationId xmlns:a16="http://schemas.microsoft.com/office/drawing/2014/main" id="{48B67738-96BA-44F0-89F0-BF1C200F7EB1}"/>
                </a:ext>
              </a:extLst>
            </p:cNvPr>
            <p:cNvSpPr txBox="1"/>
            <p:nvPr/>
          </p:nvSpPr>
          <p:spPr>
            <a:xfrm>
              <a:off x="743350" y="1783700"/>
              <a:ext cx="1443600" cy="57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1600"/>
                </a:spcAft>
                <a:buNone/>
              </a:pPr>
              <a:endParaRPr sz="1200" dirty="0">
                <a:solidFill>
                  <a:srgbClr val="F1020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9" name="Google Shape;780;p24">
              <a:extLst>
                <a:ext uri="{FF2B5EF4-FFF2-40B4-BE49-F238E27FC236}">
                  <a16:creationId xmlns:a16="http://schemas.microsoft.com/office/drawing/2014/main" id="{24F36EBC-BF78-9AA1-A8AE-A47E54C431B0}"/>
                </a:ext>
              </a:extLst>
            </p:cNvPr>
            <p:cNvCxnSpPr>
              <a:endCxn id="8" idx="3"/>
            </p:cNvCxnSpPr>
            <p:nvPr/>
          </p:nvCxnSpPr>
          <p:spPr>
            <a:xfrm flipH="1">
              <a:off x="2186950" y="1946000"/>
              <a:ext cx="2167800" cy="123600"/>
            </a:xfrm>
            <a:prstGeom prst="bentConnector3">
              <a:avLst>
                <a:gd name="adj1" fmla="val 50000"/>
              </a:avLst>
            </a:prstGeom>
            <a:noFill/>
            <a:ln w="57150" cap="rnd" cmpd="sng">
              <a:solidFill>
                <a:srgbClr val="F10202"/>
              </a:solidFill>
              <a:prstDash val="solid"/>
              <a:round/>
              <a:headEnd type="oval" w="lg" len="lg"/>
              <a:tailEnd type="none" w="lg" len="lg"/>
            </a:ln>
          </p:spPr>
        </p:cxnSp>
      </p:grpSp>
      <p:grpSp>
        <p:nvGrpSpPr>
          <p:cNvPr id="11" name="Google Shape;785;p24">
            <a:extLst>
              <a:ext uri="{FF2B5EF4-FFF2-40B4-BE49-F238E27FC236}">
                <a16:creationId xmlns:a16="http://schemas.microsoft.com/office/drawing/2014/main" id="{F771273E-A9E1-99CC-1DE0-840D96654A99}"/>
              </a:ext>
            </a:extLst>
          </p:cNvPr>
          <p:cNvGrpSpPr/>
          <p:nvPr/>
        </p:nvGrpSpPr>
        <p:grpSpPr>
          <a:xfrm>
            <a:off x="8817015" y="3864583"/>
            <a:ext cx="3070186" cy="674550"/>
            <a:chOff x="5157675" y="1932650"/>
            <a:chExt cx="3070186" cy="674550"/>
          </a:xfrm>
        </p:grpSpPr>
        <p:sp>
          <p:nvSpPr>
            <p:cNvPr id="12" name="Google Shape;786;p24">
              <a:extLst>
                <a:ext uri="{FF2B5EF4-FFF2-40B4-BE49-F238E27FC236}">
                  <a16:creationId xmlns:a16="http://schemas.microsoft.com/office/drawing/2014/main" id="{C63FD4B1-5496-B8CD-422B-9CD9E70649A9}"/>
                </a:ext>
              </a:extLst>
            </p:cNvPr>
            <p:cNvSpPr/>
            <p:nvPr/>
          </p:nvSpPr>
          <p:spPr>
            <a:xfrm>
              <a:off x="6115987" y="1932650"/>
              <a:ext cx="2111874" cy="33814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3500" b="1" dirty="0">
                  <a:solidFill>
                    <a:srgbClr val="7F7F7F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Regular Host</a:t>
              </a:r>
              <a:endParaRPr sz="3500" b="1" dirty="0">
                <a:solidFill>
                  <a:srgbClr val="7F7F7F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cxnSp>
          <p:nvCxnSpPr>
            <p:cNvPr id="14" name="Google Shape;788;p24">
              <a:extLst>
                <a:ext uri="{FF2B5EF4-FFF2-40B4-BE49-F238E27FC236}">
                  <a16:creationId xmlns:a16="http://schemas.microsoft.com/office/drawing/2014/main" id="{6BCEFD28-28B9-6853-FCD3-3748A3CA9EC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157675" y="2035401"/>
              <a:ext cx="1213141" cy="571799"/>
            </a:xfrm>
            <a:prstGeom prst="bentConnector3">
              <a:avLst>
                <a:gd name="adj1" fmla="val 50000"/>
              </a:avLst>
            </a:prstGeom>
            <a:noFill/>
            <a:ln w="57150" cap="rnd" cmpd="sng">
              <a:solidFill>
                <a:srgbClr val="7F7F7F"/>
              </a:solidFill>
              <a:prstDash val="solid"/>
              <a:round/>
              <a:headEnd type="oval" w="lg" len="lg"/>
              <a:tailEnd type="none" w="lg" len="lg"/>
            </a:ln>
          </p:spPr>
        </p:cxn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6E93726E-1C61-040E-8003-CF611D72F8B5}"/>
              </a:ext>
            </a:extLst>
          </p:cNvPr>
          <p:cNvSpPr txBox="1"/>
          <p:nvPr/>
        </p:nvSpPr>
        <p:spPr>
          <a:xfrm>
            <a:off x="964023" y="2681611"/>
            <a:ext cx="353767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 dirty="0" err="1">
                <a:solidFill>
                  <a:srgbClr val="F10202"/>
                </a:solidFill>
              </a:rPr>
              <a:t>Superhosts</a:t>
            </a:r>
            <a:r>
              <a:rPr lang="en-US" sz="3000" b="1" dirty="0">
                <a:solidFill>
                  <a:schemeClr val="bg1"/>
                </a:solidFill>
              </a:rPr>
              <a:t> drive higher revenue.</a:t>
            </a:r>
          </a:p>
        </p:txBody>
      </p:sp>
    </p:spTree>
    <p:extLst>
      <p:ext uri="{BB962C8B-B14F-4D97-AF65-F5344CB8AC3E}">
        <p14:creationId xmlns:p14="http://schemas.microsoft.com/office/powerpoint/2010/main" val="492590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707DEA-1FE9-4740-0E1B-37A0A45244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AE9E24F8-6688-C69A-C27E-5EA908F9D8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2062" y="1197886"/>
            <a:ext cx="5953453" cy="610863"/>
          </a:xfrm>
        </p:spPr>
        <p:txBody>
          <a:bodyPr rtlCol="0">
            <a:noAutofit/>
          </a:bodyPr>
          <a:lstStyle/>
          <a:p>
            <a:r>
              <a:rPr lang="en-US" sz="4900" dirty="0">
                <a:latin typeface="Fira Sans Extra Condensed" panose="020F0502020204030204" pitchFamily="34" charset="0"/>
              </a:rPr>
              <a:t>Average Price and Revenue</a:t>
            </a:r>
            <a:endParaRPr lang="en-GB" sz="4900" dirty="0">
              <a:latin typeface="Fira Sans Extra Condensed" panose="020F050202020403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7E4A787-4092-2286-2D54-C3C3BDEF9E3F}"/>
              </a:ext>
            </a:extLst>
          </p:cNvPr>
          <p:cNvSpPr txBox="1"/>
          <p:nvPr/>
        </p:nvSpPr>
        <p:spPr>
          <a:xfrm>
            <a:off x="830802" y="2459504"/>
            <a:ext cx="2856779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 dirty="0">
                <a:solidFill>
                  <a:schemeClr val="bg1"/>
                </a:solidFill>
              </a:rPr>
              <a:t>Revenue increases </a:t>
            </a:r>
            <a:r>
              <a:rPr lang="en-US" sz="3000" b="1" dirty="0">
                <a:solidFill>
                  <a:srgbClr val="F10202"/>
                </a:solidFill>
              </a:rPr>
              <a:t>linearly </a:t>
            </a:r>
            <a:r>
              <a:rPr lang="en-US" sz="3000" b="1" dirty="0">
                <a:solidFill>
                  <a:schemeClr val="bg1"/>
                </a:solidFill>
              </a:rPr>
              <a:t>with average price.</a:t>
            </a:r>
          </a:p>
        </p:txBody>
      </p:sp>
      <p:pic>
        <p:nvPicPr>
          <p:cNvPr id="5" name="Picture 4" descr="A graph of a graph showing the average price and the price of a stock market&#10;&#10;AI-generated content may be incorrect.">
            <a:extLst>
              <a:ext uri="{FF2B5EF4-FFF2-40B4-BE49-F238E27FC236}">
                <a16:creationId xmlns:a16="http://schemas.microsoft.com/office/drawing/2014/main" id="{B2BBE1A2-FC3D-9F46-2537-F4C08D2BB23C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0" t="2401" r="1334" b="2036"/>
          <a:stretch/>
        </p:blipFill>
        <p:spPr>
          <a:xfrm>
            <a:off x="3858788" y="2033475"/>
            <a:ext cx="8064708" cy="4377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7849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784F95-55D4-2B19-9EEC-BB92214502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900" dirty="0">
                <a:latin typeface="Fira Sans Extra Condensed" panose="020F0502020204030204" pitchFamily="34" charset="0"/>
              </a:rPr>
              <a:t>Recommendations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15ED77-0849-6055-18A5-D7879ACDE71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96954" y="2934856"/>
            <a:ext cx="4456903" cy="369332"/>
          </a:xfrm>
        </p:spPr>
        <p:txBody>
          <a:bodyPr/>
          <a:lstStyle/>
          <a:p>
            <a:r>
              <a:rPr lang="en-US" sz="2000" dirty="0">
                <a:latin typeface="Fira Sans Extra Condensed" panose="020B0503050000020004" pitchFamily="34" charset="0"/>
              </a:rPr>
              <a:t>Consider investing in </a:t>
            </a:r>
            <a:r>
              <a:rPr lang="en-US" sz="2000" b="1" dirty="0">
                <a:solidFill>
                  <a:srgbClr val="F10202"/>
                </a:solidFill>
                <a:latin typeface="Fira Sans Extra Condensed" panose="020B0503050000020004" pitchFamily="34" charset="0"/>
              </a:rPr>
              <a:t>Rideau-Vanier</a:t>
            </a:r>
            <a:r>
              <a:rPr lang="en-US" sz="2000" b="1" dirty="0">
                <a:latin typeface="Fira Sans Extra Condensed" panose="020B0503050000020004" pitchFamily="34" charset="0"/>
              </a:rPr>
              <a:t>.</a:t>
            </a:r>
            <a:r>
              <a:rPr lang="en-US" sz="2000" dirty="0">
                <a:latin typeface="Fira Sans Extra Condensed" panose="020B0503050000020004" pitchFamily="34" charset="0"/>
              </a:rPr>
              <a:t> The area shows the highest demand, making it a prime opportunity for strong returns.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C4CDA41-7D8C-5B71-6E79-604BBCD2BFB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96954" y="2278577"/>
            <a:ext cx="2133600" cy="205837"/>
          </a:xfrm>
        </p:spPr>
        <p:txBody>
          <a:bodyPr/>
          <a:lstStyle/>
          <a:p>
            <a:r>
              <a:rPr lang="en-US" sz="3000" b="1" dirty="0">
                <a:latin typeface="Fira Sans Extra Condensed" panose="020B0503050000020004" pitchFamily="34" charset="0"/>
              </a:rPr>
              <a:t>Demand</a:t>
            </a:r>
            <a:r>
              <a:rPr lang="en-US" sz="3000" b="1" dirty="0"/>
              <a:t> 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42BD478-F80C-CD98-C851-0DC8208F10F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3897799" y="4902662"/>
            <a:ext cx="4673944" cy="369332"/>
          </a:xfrm>
        </p:spPr>
        <p:txBody>
          <a:bodyPr/>
          <a:lstStyle/>
          <a:p>
            <a:r>
              <a:rPr lang="en-US" sz="2000" dirty="0">
                <a:latin typeface="Fira Sans Extra Condensed" panose="020B0503050000020004" pitchFamily="34" charset="0"/>
              </a:rPr>
              <a:t>Target </a:t>
            </a:r>
            <a:r>
              <a:rPr lang="en-US" sz="2000" b="1" dirty="0" err="1">
                <a:solidFill>
                  <a:srgbClr val="F10202"/>
                </a:solidFill>
                <a:latin typeface="Fira Sans Extra Condensed" panose="020B0503050000020004" pitchFamily="34" charset="0"/>
              </a:rPr>
              <a:t>Superhost</a:t>
            </a:r>
            <a:r>
              <a:rPr lang="en-US" sz="2000" b="1" dirty="0">
                <a:solidFill>
                  <a:srgbClr val="F10202"/>
                </a:solidFill>
                <a:latin typeface="Fira Sans Extra Condensed" panose="020B0503050000020004" pitchFamily="34" charset="0"/>
              </a:rPr>
              <a:t> </a:t>
            </a:r>
            <a:r>
              <a:rPr lang="en-US" sz="2000" dirty="0">
                <a:latin typeface="Fira Sans Extra Condensed" panose="020B0503050000020004" pitchFamily="34" charset="0"/>
              </a:rPr>
              <a:t>listings they generate significantly higher revenue than regular listings, maximizing your earning potential.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D4A22CC-229F-B7B9-22C2-F6538913D7FD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897799" y="4327155"/>
            <a:ext cx="3477362" cy="47210"/>
          </a:xfrm>
        </p:spPr>
        <p:txBody>
          <a:bodyPr/>
          <a:lstStyle/>
          <a:p>
            <a:r>
              <a:rPr lang="en-US" sz="3000" b="1" dirty="0">
                <a:latin typeface="Fira Sans Extra Condensed" panose="020B0503050000020004" pitchFamily="34" charset="0"/>
              </a:rPr>
              <a:t>Revenue Potential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0D84FC2-2754-ED4C-0A6F-83CC5FF2B98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8978838" y="5092704"/>
            <a:ext cx="3213162" cy="675534"/>
          </a:xfrm>
        </p:spPr>
        <p:txBody>
          <a:bodyPr/>
          <a:lstStyle/>
          <a:p>
            <a:r>
              <a:rPr lang="en-US" sz="2000" dirty="0">
                <a:latin typeface="Fira Sans Extra Condensed" panose="020B0503050000020004" pitchFamily="34" charset="0"/>
              </a:rPr>
              <a:t>Invest in cabins, chalets, and campsites- </a:t>
            </a:r>
            <a:r>
              <a:rPr lang="en-US" sz="2000" b="1" dirty="0">
                <a:solidFill>
                  <a:srgbClr val="F10202"/>
                </a:solidFill>
                <a:latin typeface="Fira Sans Extra Condensed" panose="020B0503050000020004" pitchFamily="34" charset="0"/>
              </a:rPr>
              <a:t>top rated </a:t>
            </a:r>
            <a:r>
              <a:rPr lang="en-US" sz="2000" dirty="0">
                <a:latin typeface="Fira Sans Extra Condensed" panose="020B0503050000020004" pitchFamily="34" charset="0"/>
              </a:rPr>
              <a:t>by guests.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C010115-5EFE-DB04-CF4A-3409CD31A0CC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9001711" y="4189699"/>
            <a:ext cx="4189633" cy="369332"/>
          </a:xfrm>
        </p:spPr>
        <p:txBody>
          <a:bodyPr/>
          <a:lstStyle/>
          <a:p>
            <a:r>
              <a:rPr lang="en-US" sz="3000" b="1" dirty="0">
                <a:latin typeface="Fira Sans Extra Condensed" panose="020B0503050000020004" pitchFamily="34" charset="0"/>
              </a:rPr>
              <a:t>Customer </a:t>
            </a:r>
          </a:p>
          <a:p>
            <a:r>
              <a:rPr lang="en-US" sz="3000" b="1" dirty="0">
                <a:latin typeface="Fira Sans Extra Condensed" panose="020B0503050000020004" pitchFamily="34" charset="0"/>
              </a:rPr>
              <a:t>Preferences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443FB027-2572-9625-B1FB-5066B5E10ED8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438142" y="2934856"/>
            <a:ext cx="4018610" cy="675534"/>
          </a:xfrm>
        </p:spPr>
        <p:txBody>
          <a:bodyPr/>
          <a:lstStyle/>
          <a:p>
            <a:r>
              <a:rPr lang="en-US" sz="2000" dirty="0">
                <a:latin typeface="Fira Sans Extra Condensed" panose="020B0503050000020004" pitchFamily="34" charset="0"/>
              </a:rPr>
              <a:t>Focus on listings with higher average nightly rates they tend to generate </a:t>
            </a:r>
            <a:r>
              <a:rPr lang="en-US" sz="2000" b="1" dirty="0">
                <a:solidFill>
                  <a:srgbClr val="F10202"/>
                </a:solidFill>
                <a:latin typeface="Fira Sans Extra Condensed" panose="020B0503050000020004" pitchFamily="34" charset="0"/>
              </a:rPr>
              <a:t>greater</a:t>
            </a:r>
            <a:r>
              <a:rPr lang="en-US" sz="2000" dirty="0">
                <a:latin typeface="Fira Sans Extra Condensed" panose="020B0503050000020004" pitchFamily="34" charset="0"/>
              </a:rPr>
              <a:t> overall revenue.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48E11A5E-778D-0F90-D538-5589F75C60B1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6438143" y="2278577"/>
            <a:ext cx="2133600" cy="205837"/>
          </a:xfrm>
        </p:spPr>
        <p:txBody>
          <a:bodyPr/>
          <a:lstStyle/>
          <a:p>
            <a:r>
              <a:rPr lang="en-US" sz="3000" b="1" dirty="0">
                <a:latin typeface="Fira Sans Extra Condensed" panose="020B0503050000020004" pitchFamily="34" charset="0"/>
              </a:rPr>
              <a:t>Pricing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C134CCF-A8B9-00E0-FD1D-BB0175497D0B}"/>
              </a:ext>
            </a:extLst>
          </p:cNvPr>
          <p:cNvSpPr/>
          <p:nvPr/>
        </p:nvSpPr>
        <p:spPr>
          <a:xfrm>
            <a:off x="964023" y="3868615"/>
            <a:ext cx="10307715" cy="192217"/>
          </a:xfrm>
          <a:prstGeom prst="rect">
            <a:avLst/>
          </a:prstGeom>
          <a:solidFill>
            <a:srgbClr val="F10202"/>
          </a:solidFill>
          <a:ln>
            <a:solidFill>
              <a:srgbClr val="F1020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85057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35E4FF-64A2-F6CA-7173-80E7C7B8D4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oogle Shape;449;p20">
            <a:extLst>
              <a:ext uri="{FF2B5EF4-FFF2-40B4-BE49-F238E27FC236}">
                <a16:creationId xmlns:a16="http://schemas.microsoft.com/office/drawing/2014/main" id="{42C27E06-7674-450E-E0AB-672B07CF26A5}"/>
              </a:ext>
            </a:extLst>
          </p:cNvPr>
          <p:cNvGrpSpPr/>
          <p:nvPr/>
        </p:nvGrpSpPr>
        <p:grpSpPr>
          <a:xfrm>
            <a:off x="4853353" y="304798"/>
            <a:ext cx="6442563" cy="6248403"/>
            <a:chOff x="457200" y="1480536"/>
            <a:chExt cx="3043673" cy="2832184"/>
          </a:xfrm>
          <a:solidFill>
            <a:srgbClr val="E2E2E2">
              <a:alpha val="34000"/>
            </a:srgbClr>
          </a:solidFill>
        </p:grpSpPr>
        <p:sp>
          <p:nvSpPr>
            <p:cNvPr id="9" name="Google Shape;450;p20">
              <a:extLst>
                <a:ext uri="{FF2B5EF4-FFF2-40B4-BE49-F238E27FC236}">
                  <a16:creationId xmlns:a16="http://schemas.microsoft.com/office/drawing/2014/main" id="{EC5F75B1-5D28-345D-145E-24445133EF0C}"/>
                </a:ext>
              </a:extLst>
            </p:cNvPr>
            <p:cNvSpPr/>
            <p:nvPr/>
          </p:nvSpPr>
          <p:spPr>
            <a:xfrm>
              <a:off x="457200" y="2006240"/>
              <a:ext cx="2815996" cy="2306480"/>
            </a:xfrm>
            <a:custGeom>
              <a:avLst/>
              <a:gdLst/>
              <a:ahLst/>
              <a:cxnLst/>
              <a:rect l="l" t="t" r="r" b="b"/>
              <a:pathLst>
                <a:path w="35156" h="28795" extrusionOk="0">
                  <a:moveTo>
                    <a:pt x="5470" y="1"/>
                  </a:moveTo>
                  <a:lnTo>
                    <a:pt x="5281" y="126"/>
                  </a:lnTo>
                  <a:lnTo>
                    <a:pt x="4074" y="1283"/>
                  </a:lnTo>
                  <a:lnTo>
                    <a:pt x="1647" y="3710"/>
                  </a:lnTo>
                  <a:lnTo>
                    <a:pt x="843" y="4515"/>
                  </a:lnTo>
                  <a:lnTo>
                    <a:pt x="491" y="4854"/>
                  </a:lnTo>
                  <a:lnTo>
                    <a:pt x="113" y="5244"/>
                  </a:lnTo>
                  <a:lnTo>
                    <a:pt x="25" y="5420"/>
                  </a:lnTo>
                  <a:lnTo>
                    <a:pt x="63" y="5470"/>
                  </a:lnTo>
                  <a:lnTo>
                    <a:pt x="201" y="5558"/>
                  </a:lnTo>
                  <a:lnTo>
                    <a:pt x="403" y="5759"/>
                  </a:lnTo>
                  <a:lnTo>
                    <a:pt x="453" y="5923"/>
                  </a:lnTo>
                  <a:lnTo>
                    <a:pt x="415" y="6023"/>
                  </a:lnTo>
                  <a:lnTo>
                    <a:pt x="264" y="6401"/>
                  </a:lnTo>
                  <a:lnTo>
                    <a:pt x="201" y="6765"/>
                  </a:lnTo>
                  <a:lnTo>
                    <a:pt x="189" y="6853"/>
                  </a:lnTo>
                  <a:lnTo>
                    <a:pt x="226" y="6992"/>
                  </a:lnTo>
                  <a:lnTo>
                    <a:pt x="340" y="7080"/>
                  </a:lnTo>
                  <a:lnTo>
                    <a:pt x="516" y="7117"/>
                  </a:lnTo>
                  <a:lnTo>
                    <a:pt x="629" y="7105"/>
                  </a:lnTo>
                  <a:lnTo>
                    <a:pt x="956" y="7105"/>
                  </a:lnTo>
                  <a:lnTo>
                    <a:pt x="1119" y="7230"/>
                  </a:lnTo>
                  <a:lnTo>
                    <a:pt x="1195" y="7532"/>
                  </a:lnTo>
                  <a:lnTo>
                    <a:pt x="1182" y="7784"/>
                  </a:lnTo>
                  <a:lnTo>
                    <a:pt x="1157" y="8349"/>
                  </a:lnTo>
                  <a:lnTo>
                    <a:pt x="1107" y="9167"/>
                  </a:lnTo>
                  <a:lnTo>
                    <a:pt x="1031" y="9632"/>
                  </a:lnTo>
                  <a:lnTo>
                    <a:pt x="968" y="9821"/>
                  </a:lnTo>
                  <a:lnTo>
                    <a:pt x="918" y="9997"/>
                  </a:lnTo>
                  <a:lnTo>
                    <a:pt x="968" y="10336"/>
                  </a:lnTo>
                  <a:lnTo>
                    <a:pt x="1157" y="10839"/>
                  </a:lnTo>
                  <a:lnTo>
                    <a:pt x="1207" y="11141"/>
                  </a:lnTo>
                  <a:lnTo>
                    <a:pt x="1207" y="11279"/>
                  </a:lnTo>
                  <a:lnTo>
                    <a:pt x="1144" y="11493"/>
                  </a:lnTo>
                  <a:lnTo>
                    <a:pt x="1006" y="11644"/>
                  </a:lnTo>
                  <a:lnTo>
                    <a:pt x="792" y="11757"/>
                  </a:lnTo>
                  <a:lnTo>
                    <a:pt x="667" y="11795"/>
                  </a:lnTo>
                  <a:lnTo>
                    <a:pt x="528" y="11832"/>
                  </a:lnTo>
                  <a:lnTo>
                    <a:pt x="377" y="11958"/>
                  </a:lnTo>
                  <a:lnTo>
                    <a:pt x="264" y="12285"/>
                  </a:lnTo>
                  <a:lnTo>
                    <a:pt x="214" y="12612"/>
                  </a:lnTo>
                  <a:lnTo>
                    <a:pt x="201" y="12700"/>
                  </a:lnTo>
                  <a:lnTo>
                    <a:pt x="226" y="12801"/>
                  </a:lnTo>
                  <a:lnTo>
                    <a:pt x="352" y="12838"/>
                  </a:lnTo>
                  <a:lnTo>
                    <a:pt x="579" y="12813"/>
                  </a:lnTo>
                  <a:lnTo>
                    <a:pt x="704" y="12813"/>
                  </a:lnTo>
                  <a:lnTo>
                    <a:pt x="729" y="12876"/>
                  </a:lnTo>
                  <a:lnTo>
                    <a:pt x="729" y="12926"/>
                  </a:lnTo>
                  <a:lnTo>
                    <a:pt x="654" y="13127"/>
                  </a:lnTo>
                  <a:lnTo>
                    <a:pt x="491" y="13404"/>
                  </a:lnTo>
                  <a:lnTo>
                    <a:pt x="403" y="13618"/>
                  </a:lnTo>
                  <a:lnTo>
                    <a:pt x="365" y="13744"/>
                  </a:lnTo>
                  <a:lnTo>
                    <a:pt x="403" y="13970"/>
                  </a:lnTo>
                  <a:lnTo>
                    <a:pt x="541" y="14246"/>
                  </a:lnTo>
                  <a:lnTo>
                    <a:pt x="579" y="14360"/>
                  </a:lnTo>
                  <a:lnTo>
                    <a:pt x="616" y="14485"/>
                  </a:lnTo>
                  <a:lnTo>
                    <a:pt x="641" y="14724"/>
                  </a:lnTo>
                  <a:lnTo>
                    <a:pt x="503" y="14875"/>
                  </a:lnTo>
                  <a:lnTo>
                    <a:pt x="352" y="14925"/>
                  </a:lnTo>
                  <a:lnTo>
                    <a:pt x="201" y="14976"/>
                  </a:lnTo>
                  <a:lnTo>
                    <a:pt x="88" y="15064"/>
                  </a:lnTo>
                  <a:lnTo>
                    <a:pt x="101" y="15265"/>
                  </a:lnTo>
                  <a:lnTo>
                    <a:pt x="25" y="15554"/>
                  </a:lnTo>
                  <a:lnTo>
                    <a:pt x="0" y="15630"/>
                  </a:lnTo>
                  <a:lnTo>
                    <a:pt x="25" y="15768"/>
                  </a:lnTo>
                  <a:lnTo>
                    <a:pt x="138" y="15906"/>
                  </a:lnTo>
                  <a:lnTo>
                    <a:pt x="390" y="16044"/>
                  </a:lnTo>
                  <a:lnTo>
                    <a:pt x="541" y="16170"/>
                  </a:lnTo>
                  <a:lnTo>
                    <a:pt x="579" y="16283"/>
                  </a:lnTo>
                  <a:lnTo>
                    <a:pt x="566" y="16346"/>
                  </a:lnTo>
                  <a:lnTo>
                    <a:pt x="553" y="16497"/>
                  </a:lnTo>
                  <a:lnTo>
                    <a:pt x="667" y="16711"/>
                  </a:lnTo>
                  <a:lnTo>
                    <a:pt x="843" y="16887"/>
                  </a:lnTo>
                  <a:lnTo>
                    <a:pt x="931" y="17088"/>
                  </a:lnTo>
                  <a:lnTo>
                    <a:pt x="880" y="17226"/>
                  </a:lnTo>
                  <a:lnTo>
                    <a:pt x="830" y="17340"/>
                  </a:lnTo>
                  <a:lnTo>
                    <a:pt x="868" y="17465"/>
                  </a:lnTo>
                  <a:lnTo>
                    <a:pt x="968" y="17503"/>
                  </a:lnTo>
                  <a:lnTo>
                    <a:pt x="1081" y="17553"/>
                  </a:lnTo>
                  <a:lnTo>
                    <a:pt x="1119" y="17616"/>
                  </a:lnTo>
                  <a:lnTo>
                    <a:pt x="1119" y="17742"/>
                  </a:lnTo>
                  <a:lnTo>
                    <a:pt x="1069" y="17880"/>
                  </a:lnTo>
                  <a:lnTo>
                    <a:pt x="1069" y="17993"/>
                  </a:lnTo>
                  <a:lnTo>
                    <a:pt x="1119" y="18056"/>
                  </a:lnTo>
                  <a:lnTo>
                    <a:pt x="1207" y="18157"/>
                  </a:lnTo>
                  <a:lnTo>
                    <a:pt x="1773" y="18534"/>
                  </a:lnTo>
                  <a:lnTo>
                    <a:pt x="2766" y="19075"/>
                  </a:lnTo>
                  <a:lnTo>
                    <a:pt x="4149" y="19741"/>
                  </a:lnTo>
                  <a:lnTo>
                    <a:pt x="4992" y="20093"/>
                  </a:lnTo>
                  <a:lnTo>
                    <a:pt x="5457" y="20282"/>
                  </a:lnTo>
                  <a:lnTo>
                    <a:pt x="6740" y="20684"/>
                  </a:lnTo>
                  <a:lnTo>
                    <a:pt x="9129" y="21338"/>
                  </a:lnTo>
                  <a:lnTo>
                    <a:pt x="14070" y="22470"/>
                  </a:lnTo>
                  <a:lnTo>
                    <a:pt x="15340" y="22708"/>
                  </a:lnTo>
                  <a:lnTo>
                    <a:pt x="15692" y="22734"/>
                  </a:lnTo>
                  <a:lnTo>
                    <a:pt x="16044" y="22809"/>
                  </a:lnTo>
                  <a:lnTo>
                    <a:pt x="16233" y="22922"/>
                  </a:lnTo>
                  <a:lnTo>
                    <a:pt x="16308" y="23023"/>
                  </a:lnTo>
                  <a:lnTo>
                    <a:pt x="16371" y="23111"/>
                  </a:lnTo>
                  <a:lnTo>
                    <a:pt x="16484" y="23211"/>
                  </a:lnTo>
                  <a:lnTo>
                    <a:pt x="16660" y="23237"/>
                  </a:lnTo>
                  <a:lnTo>
                    <a:pt x="16874" y="23262"/>
                  </a:lnTo>
                  <a:lnTo>
                    <a:pt x="17100" y="23325"/>
                  </a:lnTo>
                  <a:lnTo>
                    <a:pt x="17326" y="23450"/>
                  </a:lnTo>
                  <a:lnTo>
                    <a:pt x="17553" y="23488"/>
                  </a:lnTo>
                  <a:lnTo>
                    <a:pt x="17704" y="23475"/>
                  </a:lnTo>
                  <a:lnTo>
                    <a:pt x="17867" y="23450"/>
                  </a:lnTo>
                  <a:lnTo>
                    <a:pt x="18119" y="23475"/>
                  </a:lnTo>
                  <a:lnTo>
                    <a:pt x="18458" y="23576"/>
                  </a:lnTo>
                  <a:lnTo>
                    <a:pt x="18697" y="23626"/>
                  </a:lnTo>
                  <a:lnTo>
                    <a:pt x="18961" y="23639"/>
                  </a:lnTo>
                  <a:lnTo>
                    <a:pt x="19363" y="23501"/>
                  </a:lnTo>
                  <a:lnTo>
                    <a:pt x="19539" y="23475"/>
                  </a:lnTo>
                  <a:lnTo>
                    <a:pt x="19766" y="23501"/>
                  </a:lnTo>
                  <a:lnTo>
                    <a:pt x="20520" y="23777"/>
                  </a:lnTo>
                  <a:lnTo>
                    <a:pt x="20860" y="23978"/>
                  </a:lnTo>
                  <a:lnTo>
                    <a:pt x="21564" y="24431"/>
                  </a:lnTo>
                  <a:lnTo>
                    <a:pt x="21853" y="24607"/>
                  </a:lnTo>
                  <a:lnTo>
                    <a:pt x="21916" y="24632"/>
                  </a:lnTo>
                  <a:lnTo>
                    <a:pt x="21966" y="24708"/>
                  </a:lnTo>
                  <a:lnTo>
                    <a:pt x="21991" y="24808"/>
                  </a:lnTo>
                  <a:lnTo>
                    <a:pt x="22067" y="24921"/>
                  </a:lnTo>
                  <a:lnTo>
                    <a:pt x="22155" y="24959"/>
                  </a:lnTo>
                  <a:lnTo>
                    <a:pt x="22318" y="25047"/>
                  </a:lnTo>
                  <a:lnTo>
                    <a:pt x="22419" y="25223"/>
                  </a:lnTo>
                  <a:lnTo>
                    <a:pt x="22444" y="25324"/>
                  </a:lnTo>
                  <a:lnTo>
                    <a:pt x="22519" y="25437"/>
                  </a:lnTo>
                  <a:lnTo>
                    <a:pt x="22934" y="25915"/>
                  </a:lnTo>
                  <a:lnTo>
                    <a:pt x="23135" y="26191"/>
                  </a:lnTo>
                  <a:lnTo>
                    <a:pt x="23211" y="26355"/>
                  </a:lnTo>
                  <a:lnTo>
                    <a:pt x="23311" y="26807"/>
                  </a:lnTo>
                  <a:lnTo>
                    <a:pt x="23337" y="27310"/>
                  </a:lnTo>
                  <a:lnTo>
                    <a:pt x="23286" y="27725"/>
                  </a:lnTo>
                  <a:lnTo>
                    <a:pt x="23223" y="27838"/>
                  </a:lnTo>
                  <a:lnTo>
                    <a:pt x="23085" y="28027"/>
                  </a:lnTo>
                  <a:lnTo>
                    <a:pt x="22897" y="28329"/>
                  </a:lnTo>
                  <a:lnTo>
                    <a:pt x="22871" y="28429"/>
                  </a:lnTo>
                  <a:lnTo>
                    <a:pt x="22859" y="28543"/>
                  </a:lnTo>
                  <a:lnTo>
                    <a:pt x="22871" y="28706"/>
                  </a:lnTo>
                  <a:lnTo>
                    <a:pt x="23035" y="28794"/>
                  </a:lnTo>
                  <a:lnTo>
                    <a:pt x="23337" y="28781"/>
                  </a:lnTo>
                  <a:lnTo>
                    <a:pt x="23500" y="28769"/>
                  </a:lnTo>
                  <a:lnTo>
                    <a:pt x="23739" y="28693"/>
                  </a:lnTo>
                  <a:lnTo>
                    <a:pt x="23940" y="28480"/>
                  </a:lnTo>
                  <a:lnTo>
                    <a:pt x="24041" y="28316"/>
                  </a:lnTo>
                  <a:lnTo>
                    <a:pt x="24091" y="28241"/>
                  </a:lnTo>
                  <a:lnTo>
                    <a:pt x="24192" y="28153"/>
                  </a:lnTo>
                  <a:lnTo>
                    <a:pt x="24418" y="28090"/>
                  </a:lnTo>
                  <a:lnTo>
                    <a:pt x="24783" y="28027"/>
                  </a:lnTo>
                  <a:lnTo>
                    <a:pt x="24996" y="27989"/>
                  </a:lnTo>
                  <a:lnTo>
                    <a:pt x="25311" y="27864"/>
                  </a:lnTo>
                  <a:lnTo>
                    <a:pt x="25512" y="27700"/>
                  </a:lnTo>
                  <a:lnTo>
                    <a:pt x="25575" y="27524"/>
                  </a:lnTo>
                  <a:lnTo>
                    <a:pt x="25550" y="27424"/>
                  </a:lnTo>
                  <a:lnTo>
                    <a:pt x="25462" y="27247"/>
                  </a:lnTo>
                  <a:lnTo>
                    <a:pt x="25462" y="27009"/>
                  </a:lnTo>
                  <a:lnTo>
                    <a:pt x="25575" y="26870"/>
                  </a:lnTo>
                  <a:lnTo>
                    <a:pt x="25688" y="26807"/>
                  </a:lnTo>
                  <a:lnTo>
                    <a:pt x="25964" y="26719"/>
                  </a:lnTo>
                  <a:lnTo>
                    <a:pt x="26493" y="26657"/>
                  </a:lnTo>
                  <a:lnTo>
                    <a:pt x="26706" y="26569"/>
                  </a:lnTo>
                  <a:lnTo>
                    <a:pt x="26794" y="26480"/>
                  </a:lnTo>
                  <a:lnTo>
                    <a:pt x="26819" y="26405"/>
                  </a:lnTo>
                  <a:lnTo>
                    <a:pt x="26920" y="26141"/>
                  </a:lnTo>
                  <a:lnTo>
                    <a:pt x="27285" y="25613"/>
                  </a:lnTo>
                  <a:lnTo>
                    <a:pt x="27536" y="25299"/>
                  </a:lnTo>
                  <a:lnTo>
                    <a:pt x="27662" y="25160"/>
                  </a:lnTo>
                  <a:lnTo>
                    <a:pt x="27938" y="24997"/>
                  </a:lnTo>
                  <a:lnTo>
                    <a:pt x="28391" y="24921"/>
                  </a:lnTo>
                  <a:lnTo>
                    <a:pt x="28768" y="24884"/>
                  </a:lnTo>
                  <a:lnTo>
                    <a:pt x="28957" y="24859"/>
                  </a:lnTo>
                  <a:lnTo>
                    <a:pt x="29208" y="24720"/>
                  </a:lnTo>
                  <a:lnTo>
                    <a:pt x="29435" y="24494"/>
                  </a:lnTo>
                  <a:lnTo>
                    <a:pt x="29611" y="24406"/>
                  </a:lnTo>
                  <a:lnTo>
                    <a:pt x="29711" y="24368"/>
                  </a:lnTo>
                  <a:lnTo>
                    <a:pt x="29799" y="24293"/>
                  </a:lnTo>
                  <a:lnTo>
                    <a:pt x="29875" y="24142"/>
                  </a:lnTo>
                  <a:lnTo>
                    <a:pt x="30026" y="24041"/>
                  </a:lnTo>
                  <a:lnTo>
                    <a:pt x="30076" y="24016"/>
                  </a:lnTo>
                  <a:lnTo>
                    <a:pt x="30126" y="23903"/>
                  </a:lnTo>
                  <a:lnTo>
                    <a:pt x="30164" y="23639"/>
                  </a:lnTo>
                  <a:lnTo>
                    <a:pt x="30114" y="22998"/>
                  </a:lnTo>
                  <a:lnTo>
                    <a:pt x="30126" y="22734"/>
                  </a:lnTo>
                  <a:lnTo>
                    <a:pt x="30177" y="22583"/>
                  </a:lnTo>
                  <a:lnTo>
                    <a:pt x="30403" y="22407"/>
                  </a:lnTo>
                  <a:lnTo>
                    <a:pt x="30541" y="22281"/>
                  </a:lnTo>
                  <a:lnTo>
                    <a:pt x="30604" y="22205"/>
                  </a:lnTo>
                  <a:lnTo>
                    <a:pt x="30755" y="22143"/>
                  </a:lnTo>
                  <a:lnTo>
                    <a:pt x="30981" y="22143"/>
                  </a:lnTo>
                  <a:lnTo>
                    <a:pt x="31157" y="22193"/>
                  </a:lnTo>
                  <a:lnTo>
                    <a:pt x="31245" y="22243"/>
                  </a:lnTo>
                  <a:lnTo>
                    <a:pt x="31321" y="22470"/>
                  </a:lnTo>
                  <a:lnTo>
                    <a:pt x="31371" y="22746"/>
                  </a:lnTo>
                  <a:lnTo>
                    <a:pt x="31446" y="22972"/>
                  </a:lnTo>
                  <a:lnTo>
                    <a:pt x="31522" y="23035"/>
                  </a:lnTo>
                  <a:lnTo>
                    <a:pt x="31610" y="23073"/>
                  </a:lnTo>
                  <a:lnTo>
                    <a:pt x="31698" y="23224"/>
                  </a:lnTo>
                  <a:lnTo>
                    <a:pt x="31773" y="23387"/>
                  </a:lnTo>
                  <a:lnTo>
                    <a:pt x="31899" y="23501"/>
                  </a:lnTo>
                  <a:lnTo>
                    <a:pt x="32000" y="23538"/>
                  </a:lnTo>
                  <a:lnTo>
                    <a:pt x="32100" y="23538"/>
                  </a:lnTo>
                  <a:lnTo>
                    <a:pt x="32301" y="23413"/>
                  </a:lnTo>
                  <a:lnTo>
                    <a:pt x="32628" y="23111"/>
                  </a:lnTo>
                  <a:lnTo>
                    <a:pt x="32892" y="22947"/>
                  </a:lnTo>
                  <a:lnTo>
                    <a:pt x="33018" y="22872"/>
                  </a:lnTo>
                  <a:lnTo>
                    <a:pt x="33119" y="22708"/>
                  </a:lnTo>
                  <a:lnTo>
                    <a:pt x="33131" y="22482"/>
                  </a:lnTo>
                  <a:lnTo>
                    <a:pt x="33169" y="22419"/>
                  </a:lnTo>
                  <a:lnTo>
                    <a:pt x="33245" y="22457"/>
                  </a:lnTo>
                  <a:lnTo>
                    <a:pt x="33408" y="22620"/>
                  </a:lnTo>
                  <a:lnTo>
                    <a:pt x="33597" y="22696"/>
                  </a:lnTo>
                  <a:lnTo>
                    <a:pt x="33735" y="22708"/>
                  </a:lnTo>
                  <a:lnTo>
                    <a:pt x="33861" y="22721"/>
                  </a:lnTo>
                  <a:lnTo>
                    <a:pt x="33961" y="22796"/>
                  </a:lnTo>
                  <a:lnTo>
                    <a:pt x="33886" y="22985"/>
                  </a:lnTo>
                  <a:lnTo>
                    <a:pt x="33747" y="23136"/>
                  </a:lnTo>
                  <a:lnTo>
                    <a:pt x="33534" y="23325"/>
                  </a:lnTo>
                  <a:lnTo>
                    <a:pt x="33245" y="23563"/>
                  </a:lnTo>
                  <a:lnTo>
                    <a:pt x="33081" y="23739"/>
                  </a:lnTo>
                  <a:lnTo>
                    <a:pt x="32980" y="24016"/>
                  </a:lnTo>
                  <a:lnTo>
                    <a:pt x="33006" y="24205"/>
                  </a:lnTo>
                  <a:lnTo>
                    <a:pt x="33043" y="24305"/>
                  </a:lnTo>
                  <a:lnTo>
                    <a:pt x="33081" y="24393"/>
                  </a:lnTo>
                  <a:lnTo>
                    <a:pt x="33194" y="24481"/>
                  </a:lnTo>
                  <a:lnTo>
                    <a:pt x="33320" y="24456"/>
                  </a:lnTo>
                  <a:lnTo>
                    <a:pt x="33471" y="24305"/>
                  </a:lnTo>
                  <a:lnTo>
                    <a:pt x="33546" y="24192"/>
                  </a:lnTo>
                  <a:lnTo>
                    <a:pt x="33647" y="23941"/>
                  </a:lnTo>
                  <a:lnTo>
                    <a:pt x="33747" y="23614"/>
                  </a:lnTo>
                  <a:lnTo>
                    <a:pt x="33911" y="23463"/>
                  </a:lnTo>
                  <a:lnTo>
                    <a:pt x="34062" y="23413"/>
                  </a:lnTo>
                  <a:lnTo>
                    <a:pt x="34225" y="23362"/>
                  </a:lnTo>
                  <a:lnTo>
                    <a:pt x="34414" y="23186"/>
                  </a:lnTo>
                  <a:lnTo>
                    <a:pt x="34540" y="22935"/>
                  </a:lnTo>
                  <a:lnTo>
                    <a:pt x="34703" y="22658"/>
                  </a:lnTo>
                  <a:lnTo>
                    <a:pt x="34829" y="22545"/>
                  </a:lnTo>
                  <a:lnTo>
                    <a:pt x="35068" y="22369"/>
                  </a:lnTo>
                  <a:lnTo>
                    <a:pt x="35156" y="22268"/>
                  </a:lnTo>
                  <a:lnTo>
                    <a:pt x="35080" y="22155"/>
                  </a:lnTo>
                  <a:lnTo>
                    <a:pt x="35030" y="22080"/>
                  </a:lnTo>
                  <a:lnTo>
                    <a:pt x="34904" y="22067"/>
                  </a:lnTo>
                  <a:lnTo>
                    <a:pt x="34665" y="22193"/>
                  </a:lnTo>
                  <a:lnTo>
                    <a:pt x="34452" y="22294"/>
                  </a:lnTo>
                  <a:lnTo>
                    <a:pt x="34162" y="22407"/>
                  </a:lnTo>
                  <a:lnTo>
                    <a:pt x="33999" y="22407"/>
                  </a:lnTo>
                  <a:lnTo>
                    <a:pt x="33773" y="22444"/>
                  </a:lnTo>
                  <a:lnTo>
                    <a:pt x="33584" y="22495"/>
                  </a:lnTo>
                  <a:lnTo>
                    <a:pt x="33483" y="22520"/>
                  </a:lnTo>
                  <a:lnTo>
                    <a:pt x="33370" y="22532"/>
                  </a:lnTo>
                  <a:lnTo>
                    <a:pt x="33358" y="22507"/>
                  </a:lnTo>
                  <a:lnTo>
                    <a:pt x="33383" y="22470"/>
                  </a:lnTo>
                  <a:lnTo>
                    <a:pt x="33408" y="22444"/>
                  </a:lnTo>
                  <a:lnTo>
                    <a:pt x="33358" y="22382"/>
                  </a:lnTo>
                  <a:lnTo>
                    <a:pt x="33144" y="22268"/>
                  </a:lnTo>
                  <a:lnTo>
                    <a:pt x="33018" y="22130"/>
                  </a:lnTo>
                  <a:lnTo>
                    <a:pt x="32892" y="21992"/>
                  </a:lnTo>
                  <a:lnTo>
                    <a:pt x="32528" y="21803"/>
                  </a:lnTo>
                  <a:lnTo>
                    <a:pt x="32440" y="21753"/>
                  </a:lnTo>
                  <a:lnTo>
                    <a:pt x="32427" y="21652"/>
                  </a:lnTo>
                  <a:lnTo>
                    <a:pt x="32465" y="21300"/>
                  </a:lnTo>
                  <a:lnTo>
                    <a:pt x="32440" y="21187"/>
                  </a:lnTo>
                  <a:lnTo>
                    <a:pt x="32415" y="21162"/>
                  </a:lnTo>
                  <a:lnTo>
                    <a:pt x="32289" y="21200"/>
                  </a:lnTo>
                  <a:lnTo>
                    <a:pt x="32063" y="21313"/>
                  </a:lnTo>
                  <a:lnTo>
                    <a:pt x="31937" y="21338"/>
                  </a:lnTo>
                  <a:lnTo>
                    <a:pt x="31824" y="21300"/>
                  </a:lnTo>
                  <a:lnTo>
                    <a:pt x="31736" y="21200"/>
                  </a:lnTo>
                  <a:lnTo>
                    <a:pt x="31773" y="21149"/>
                  </a:lnTo>
                  <a:lnTo>
                    <a:pt x="31912" y="21149"/>
                  </a:lnTo>
                  <a:lnTo>
                    <a:pt x="32063" y="21112"/>
                  </a:lnTo>
                  <a:lnTo>
                    <a:pt x="32239" y="20936"/>
                  </a:lnTo>
                  <a:lnTo>
                    <a:pt x="32301" y="20772"/>
                  </a:lnTo>
                  <a:lnTo>
                    <a:pt x="32364" y="20596"/>
                  </a:lnTo>
                  <a:lnTo>
                    <a:pt x="32503" y="20382"/>
                  </a:lnTo>
                  <a:lnTo>
                    <a:pt x="32503" y="20206"/>
                  </a:lnTo>
                  <a:lnTo>
                    <a:pt x="32452" y="20106"/>
                  </a:lnTo>
                  <a:lnTo>
                    <a:pt x="32377" y="20018"/>
                  </a:lnTo>
                  <a:lnTo>
                    <a:pt x="32163" y="19930"/>
                  </a:lnTo>
                  <a:lnTo>
                    <a:pt x="31912" y="19942"/>
                  </a:lnTo>
                  <a:lnTo>
                    <a:pt x="31660" y="20043"/>
                  </a:lnTo>
                  <a:lnTo>
                    <a:pt x="31535" y="20106"/>
                  </a:lnTo>
                  <a:lnTo>
                    <a:pt x="31270" y="20294"/>
                  </a:lnTo>
                  <a:lnTo>
                    <a:pt x="30554" y="20998"/>
                  </a:lnTo>
                  <a:lnTo>
                    <a:pt x="30239" y="21413"/>
                  </a:lnTo>
                  <a:lnTo>
                    <a:pt x="30114" y="21627"/>
                  </a:lnTo>
                  <a:lnTo>
                    <a:pt x="29900" y="22130"/>
                  </a:lnTo>
                  <a:lnTo>
                    <a:pt x="29724" y="22620"/>
                  </a:lnTo>
                  <a:lnTo>
                    <a:pt x="29573" y="22947"/>
                  </a:lnTo>
                  <a:lnTo>
                    <a:pt x="29498" y="23010"/>
                  </a:lnTo>
                  <a:lnTo>
                    <a:pt x="29460" y="23023"/>
                  </a:lnTo>
                  <a:lnTo>
                    <a:pt x="29422" y="22947"/>
                  </a:lnTo>
                  <a:lnTo>
                    <a:pt x="29435" y="22708"/>
                  </a:lnTo>
                  <a:lnTo>
                    <a:pt x="29598" y="22017"/>
                  </a:lnTo>
                  <a:lnTo>
                    <a:pt x="29724" y="21753"/>
                  </a:lnTo>
                  <a:lnTo>
                    <a:pt x="29837" y="21514"/>
                  </a:lnTo>
                  <a:lnTo>
                    <a:pt x="29900" y="21275"/>
                  </a:lnTo>
                  <a:lnTo>
                    <a:pt x="29988" y="21074"/>
                  </a:lnTo>
                  <a:lnTo>
                    <a:pt x="30390" y="20508"/>
                  </a:lnTo>
                  <a:lnTo>
                    <a:pt x="30579" y="20357"/>
                  </a:lnTo>
                  <a:lnTo>
                    <a:pt x="30642" y="20307"/>
                  </a:lnTo>
                  <a:lnTo>
                    <a:pt x="30692" y="20181"/>
                  </a:lnTo>
                  <a:lnTo>
                    <a:pt x="30667" y="19955"/>
                  </a:lnTo>
                  <a:lnTo>
                    <a:pt x="30717" y="19754"/>
                  </a:lnTo>
                  <a:lnTo>
                    <a:pt x="30805" y="19628"/>
                  </a:lnTo>
                  <a:lnTo>
                    <a:pt x="31446" y="19238"/>
                  </a:lnTo>
                  <a:lnTo>
                    <a:pt x="32792" y="18597"/>
                  </a:lnTo>
                  <a:lnTo>
                    <a:pt x="33395" y="18358"/>
                  </a:lnTo>
                  <a:lnTo>
                    <a:pt x="33760" y="18232"/>
                  </a:lnTo>
                  <a:lnTo>
                    <a:pt x="34062" y="17993"/>
                  </a:lnTo>
                  <a:lnTo>
                    <a:pt x="34200" y="17679"/>
                  </a:lnTo>
                  <a:lnTo>
                    <a:pt x="34250" y="17428"/>
                  </a:lnTo>
                  <a:lnTo>
                    <a:pt x="34313" y="17176"/>
                  </a:lnTo>
                  <a:lnTo>
                    <a:pt x="34439" y="16912"/>
                  </a:lnTo>
                  <a:lnTo>
                    <a:pt x="34640" y="16749"/>
                  </a:lnTo>
                  <a:lnTo>
                    <a:pt x="34791" y="16560"/>
                  </a:lnTo>
                  <a:lnTo>
                    <a:pt x="34942" y="16321"/>
                  </a:lnTo>
                  <a:lnTo>
                    <a:pt x="35105" y="15919"/>
                  </a:lnTo>
                  <a:lnTo>
                    <a:pt x="35131" y="15780"/>
                  </a:lnTo>
                  <a:lnTo>
                    <a:pt x="35143" y="15630"/>
                  </a:lnTo>
                  <a:lnTo>
                    <a:pt x="35080" y="15441"/>
                  </a:lnTo>
                  <a:lnTo>
                    <a:pt x="34992" y="15366"/>
                  </a:lnTo>
                  <a:lnTo>
                    <a:pt x="34929" y="15353"/>
                  </a:lnTo>
                  <a:lnTo>
                    <a:pt x="34816" y="15340"/>
                  </a:lnTo>
                  <a:lnTo>
                    <a:pt x="34728" y="15177"/>
                  </a:lnTo>
                  <a:lnTo>
                    <a:pt x="34728" y="14976"/>
                  </a:lnTo>
                  <a:lnTo>
                    <a:pt x="34716" y="14875"/>
                  </a:lnTo>
                  <a:lnTo>
                    <a:pt x="34665" y="14800"/>
                  </a:lnTo>
                  <a:lnTo>
                    <a:pt x="34565" y="14812"/>
                  </a:lnTo>
                  <a:lnTo>
                    <a:pt x="34452" y="14800"/>
                  </a:lnTo>
                  <a:lnTo>
                    <a:pt x="34414" y="14749"/>
                  </a:lnTo>
                  <a:lnTo>
                    <a:pt x="34364" y="14699"/>
                  </a:lnTo>
                  <a:lnTo>
                    <a:pt x="34250" y="14687"/>
                  </a:lnTo>
                  <a:lnTo>
                    <a:pt x="34074" y="14775"/>
                  </a:lnTo>
                  <a:lnTo>
                    <a:pt x="33986" y="14850"/>
                  </a:lnTo>
                  <a:lnTo>
                    <a:pt x="33949" y="14875"/>
                  </a:lnTo>
                  <a:lnTo>
                    <a:pt x="33898" y="14875"/>
                  </a:lnTo>
                  <a:lnTo>
                    <a:pt x="33861" y="14775"/>
                  </a:lnTo>
                  <a:lnTo>
                    <a:pt x="33823" y="14636"/>
                  </a:lnTo>
                  <a:lnTo>
                    <a:pt x="33785" y="14573"/>
                  </a:lnTo>
                  <a:lnTo>
                    <a:pt x="33710" y="14586"/>
                  </a:lnTo>
                  <a:lnTo>
                    <a:pt x="33521" y="14749"/>
                  </a:lnTo>
                  <a:lnTo>
                    <a:pt x="33358" y="14863"/>
                  </a:lnTo>
                  <a:lnTo>
                    <a:pt x="33270" y="14913"/>
                  </a:lnTo>
                  <a:lnTo>
                    <a:pt x="33156" y="15152"/>
                  </a:lnTo>
                  <a:lnTo>
                    <a:pt x="33043" y="15630"/>
                  </a:lnTo>
                  <a:lnTo>
                    <a:pt x="33006" y="15843"/>
                  </a:lnTo>
                  <a:lnTo>
                    <a:pt x="32980" y="15919"/>
                  </a:lnTo>
                  <a:lnTo>
                    <a:pt x="32880" y="15956"/>
                  </a:lnTo>
                  <a:lnTo>
                    <a:pt x="32754" y="15894"/>
                  </a:lnTo>
                  <a:lnTo>
                    <a:pt x="32666" y="15780"/>
                  </a:lnTo>
                  <a:lnTo>
                    <a:pt x="32654" y="15705"/>
                  </a:lnTo>
                  <a:lnTo>
                    <a:pt x="32641" y="15630"/>
                  </a:lnTo>
                  <a:lnTo>
                    <a:pt x="32515" y="15554"/>
                  </a:lnTo>
                  <a:lnTo>
                    <a:pt x="32402" y="15504"/>
                  </a:lnTo>
                  <a:lnTo>
                    <a:pt x="32415" y="15454"/>
                  </a:lnTo>
                  <a:lnTo>
                    <a:pt x="32528" y="15416"/>
                  </a:lnTo>
                  <a:lnTo>
                    <a:pt x="32641" y="15378"/>
                  </a:lnTo>
                  <a:lnTo>
                    <a:pt x="32754" y="15290"/>
                  </a:lnTo>
                  <a:lnTo>
                    <a:pt x="32779" y="15127"/>
                  </a:lnTo>
                  <a:lnTo>
                    <a:pt x="32842" y="14976"/>
                  </a:lnTo>
                  <a:lnTo>
                    <a:pt x="32968" y="14825"/>
                  </a:lnTo>
                  <a:lnTo>
                    <a:pt x="33270" y="14599"/>
                  </a:lnTo>
                  <a:lnTo>
                    <a:pt x="33421" y="14435"/>
                  </a:lnTo>
                  <a:lnTo>
                    <a:pt x="33446" y="14360"/>
                  </a:lnTo>
                  <a:lnTo>
                    <a:pt x="33433" y="14284"/>
                  </a:lnTo>
                  <a:lnTo>
                    <a:pt x="33320" y="14246"/>
                  </a:lnTo>
                  <a:lnTo>
                    <a:pt x="33031" y="14322"/>
                  </a:lnTo>
                  <a:lnTo>
                    <a:pt x="32892" y="14397"/>
                  </a:lnTo>
                  <a:lnTo>
                    <a:pt x="32792" y="14410"/>
                  </a:lnTo>
                  <a:lnTo>
                    <a:pt x="32666" y="14360"/>
                  </a:lnTo>
                  <a:lnTo>
                    <a:pt x="32603" y="14435"/>
                  </a:lnTo>
                  <a:lnTo>
                    <a:pt x="32591" y="14548"/>
                  </a:lnTo>
                  <a:lnTo>
                    <a:pt x="32566" y="14649"/>
                  </a:lnTo>
                  <a:lnTo>
                    <a:pt x="32490" y="14661"/>
                  </a:lnTo>
                  <a:lnTo>
                    <a:pt x="32402" y="14561"/>
                  </a:lnTo>
                  <a:lnTo>
                    <a:pt x="32289" y="14485"/>
                  </a:lnTo>
                  <a:lnTo>
                    <a:pt x="32251" y="14498"/>
                  </a:lnTo>
                  <a:lnTo>
                    <a:pt x="32151" y="14548"/>
                  </a:lnTo>
                  <a:lnTo>
                    <a:pt x="32012" y="14561"/>
                  </a:lnTo>
                  <a:lnTo>
                    <a:pt x="31949" y="14473"/>
                  </a:lnTo>
                  <a:lnTo>
                    <a:pt x="31949" y="14397"/>
                  </a:lnTo>
                  <a:lnTo>
                    <a:pt x="31937" y="14334"/>
                  </a:lnTo>
                  <a:lnTo>
                    <a:pt x="31824" y="14259"/>
                  </a:lnTo>
                  <a:lnTo>
                    <a:pt x="31635" y="14234"/>
                  </a:lnTo>
                  <a:lnTo>
                    <a:pt x="31472" y="14146"/>
                  </a:lnTo>
                  <a:lnTo>
                    <a:pt x="31409" y="14045"/>
                  </a:lnTo>
                  <a:lnTo>
                    <a:pt x="31346" y="13945"/>
                  </a:lnTo>
                  <a:lnTo>
                    <a:pt x="31208" y="13882"/>
                  </a:lnTo>
                  <a:lnTo>
                    <a:pt x="30969" y="13894"/>
                  </a:lnTo>
                  <a:lnTo>
                    <a:pt x="30856" y="13832"/>
                  </a:lnTo>
                  <a:lnTo>
                    <a:pt x="30793" y="13744"/>
                  </a:lnTo>
                  <a:lnTo>
                    <a:pt x="30780" y="13517"/>
                  </a:lnTo>
                  <a:lnTo>
                    <a:pt x="30755" y="13329"/>
                  </a:lnTo>
                  <a:lnTo>
                    <a:pt x="30717" y="13241"/>
                  </a:lnTo>
                  <a:lnTo>
                    <a:pt x="30554" y="13165"/>
                  </a:lnTo>
                  <a:lnTo>
                    <a:pt x="30353" y="13140"/>
                  </a:lnTo>
                  <a:lnTo>
                    <a:pt x="30202" y="13039"/>
                  </a:lnTo>
                  <a:lnTo>
                    <a:pt x="30177" y="12926"/>
                  </a:lnTo>
                  <a:lnTo>
                    <a:pt x="30164" y="12813"/>
                  </a:lnTo>
                  <a:lnTo>
                    <a:pt x="30001" y="12700"/>
                  </a:lnTo>
                  <a:lnTo>
                    <a:pt x="29812" y="12650"/>
                  </a:lnTo>
                  <a:lnTo>
                    <a:pt x="29674" y="12612"/>
                  </a:lnTo>
                  <a:lnTo>
                    <a:pt x="29661" y="12549"/>
                  </a:lnTo>
                  <a:lnTo>
                    <a:pt x="29648" y="12423"/>
                  </a:lnTo>
                  <a:lnTo>
                    <a:pt x="29472" y="12260"/>
                  </a:lnTo>
                  <a:lnTo>
                    <a:pt x="29397" y="12247"/>
                  </a:lnTo>
                  <a:lnTo>
                    <a:pt x="29334" y="12210"/>
                  </a:lnTo>
                  <a:lnTo>
                    <a:pt x="29284" y="12008"/>
                  </a:lnTo>
                  <a:lnTo>
                    <a:pt x="29208" y="11895"/>
                  </a:lnTo>
                  <a:lnTo>
                    <a:pt x="29158" y="11883"/>
                  </a:lnTo>
                  <a:lnTo>
                    <a:pt x="29083" y="11858"/>
                  </a:lnTo>
                  <a:lnTo>
                    <a:pt x="28932" y="11669"/>
                  </a:lnTo>
                  <a:lnTo>
                    <a:pt x="28718" y="11304"/>
                  </a:lnTo>
                  <a:lnTo>
                    <a:pt x="28655" y="11241"/>
                  </a:lnTo>
                  <a:lnTo>
                    <a:pt x="28605" y="11329"/>
                  </a:lnTo>
                  <a:lnTo>
                    <a:pt x="28542" y="11832"/>
                  </a:lnTo>
                  <a:lnTo>
                    <a:pt x="28592" y="12084"/>
                  </a:lnTo>
                  <a:lnTo>
                    <a:pt x="28630" y="12197"/>
                  </a:lnTo>
                  <a:lnTo>
                    <a:pt x="28655" y="12398"/>
                  </a:lnTo>
                  <a:lnTo>
                    <a:pt x="28605" y="12574"/>
                  </a:lnTo>
                  <a:lnTo>
                    <a:pt x="28492" y="12700"/>
                  </a:lnTo>
                  <a:lnTo>
                    <a:pt x="28404" y="12725"/>
                  </a:lnTo>
                  <a:lnTo>
                    <a:pt x="28328" y="12750"/>
                  </a:lnTo>
                  <a:lnTo>
                    <a:pt x="28228" y="12863"/>
                  </a:lnTo>
                  <a:lnTo>
                    <a:pt x="28165" y="13102"/>
                  </a:lnTo>
                  <a:lnTo>
                    <a:pt x="28115" y="13266"/>
                  </a:lnTo>
                  <a:lnTo>
                    <a:pt x="28089" y="13329"/>
                  </a:lnTo>
                  <a:lnTo>
                    <a:pt x="27976" y="13354"/>
                  </a:lnTo>
                  <a:lnTo>
                    <a:pt x="27750" y="13228"/>
                  </a:lnTo>
                  <a:lnTo>
                    <a:pt x="27574" y="13102"/>
                  </a:lnTo>
                  <a:lnTo>
                    <a:pt x="27385" y="13002"/>
                  </a:lnTo>
                  <a:lnTo>
                    <a:pt x="27071" y="12901"/>
                  </a:lnTo>
                  <a:lnTo>
                    <a:pt x="26958" y="12763"/>
                  </a:lnTo>
                  <a:lnTo>
                    <a:pt x="26958" y="12662"/>
                  </a:lnTo>
                  <a:lnTo>
                    <a:pt x="26958" y="12562"/>
                  </a:lnTo>
                  <a:lnTo>
                    <a:pt x="26870" y="12436"/>
                  </a:lnTo>
                  <a:lnTo>
                    <a:pt x="26731" y="12335"/>
                  </a:lnTo>
                  <a:lnTo>
                    <a:pt x="26618" y="12210"/>
                  </a:lnTo>
                  <a:lnTo>
                    <a:pt x="26606" y="12109"/>
                  </a:lnTo>
                  <a:lnTo>
                    <a:pt x="26606" y="11920"/>
                  </a:lnTo>
                  <a:lnTo>
                    <a:pt x="26493" y="11694"/>
                  </a:lnTo>
                  <a:lnTo>
                    <a:pt x="26317" y="11556"/>
                  </a:lnTo>
                  <a:lnTo>
                    <a:pt x="26203" y="11505"/>
                  </a:lnTo>
                  <a:lnTo>
                    <a:pt x="25952" y="11518"/>
                  </a:lnTo>
                  <a:lnTo>
                    <a:pt x="25688" y="11581"/>
                  </a:lnTo>
                  <a:lnTo>
                    <a:pt x="25462" y="11518"/>
                  </a:lnTo>
                  <a:lnTo>
                    <a:pt x="25361" y="11380"/>
                  </a:lnTo>
                  <a:lnTo>
                    <a:pt x="25260" y="11229"/>
                  </a:lnTo>
                  <a:lnTo>
                    <a:pt x="24996" y="11015"/>
                  </a:lnTo>
                  <a:lnTo>
                    <a:pt x="24695" y="10914"/>
                  </a:lnTo>
                  <a:lnTo>
                    <a:pt x="24418" y="10952"/>
                  </a:lnTo>
                  <a:lnTo>
                    <a:pt x="24305" y="11015"/>
                  </a:lnTo>
                  <a:lnTo>
                    <a:pt x="24204" y="11078"/>
                  </a:lnTo>
                  <a:lnTo>
                    <a:pt x="23990" y="11065"/>
                  </a:lnTo>
                  <a:lnTo>
                    <a:pt x="23752" y="10990"/>
                  </a:lnTo>
                  <a:lnTo>
                    <a:pt x="23500" y="10952"/>
                  </a:lnTo>
                  <a:lnTo>
                    <a:pt x="23362" y="10977"/>
                  </a:lnTo>
                  <a:lnTo>
                    <a:pt x="23299" y="11003"/>
                  </a:lnTo>
                  <a:lnTo>
                    <a:pt x="23223" y="11091"/>
                  </a:lnTo>
                  <a:lnTo>
                    <a:pt x="23198" y="11254"/>
                  </a:lnTo>
                  <a:lnTo>
                    <a:pt x="23311" y="11656"/>
                  </a:lnTo>
                  <a:lnTo>
                    <a:pt x="23337" y="11832"/>
                  </a:lnTo>
                  <a:lnTo>
                    <a:pt x="23299" y="11958"/>
                  </a:lnTo>
                  <a:lnTo>
                    <a:pt x="23337" y="12335"/>
                  </a:lnTo>
                  <a:lnTo>
                    <a:pt x="23475" y="12675"/>
                  </a:lnTo>
                  <a:lnTo>
                    <a:pt x="23626" y="13014"/>
                  </a:lnTo>
                  <a:lnTo>
                    <a:pt x="23676" y="13303"/>
                  </a:lnTo>
                  <a:lnTo>
                    <a:pt x="23601" y="13442"/>
                  </a:lnTo>
                  <a:lnTo>
                    <a:pt x="23525" y="13517"/>
                  </a:lnTo>
                  <a:lnTo>
                    <a:pt x="23437" y="13593"/>
                  </a:lnTo>
                  <a:lnTo>
                    <a:pt x="23337" y="13781"/>
                  </a:lnTo>
                  <a:lnTo>
                    <a:pt x="23324" y="13995"/>
                  </a:lnTo>
                  <a:lnTo>
                    <a:pt x="23412" y="14184"/>
                  </a:lnTo>
                  <a:lnTo>
                    <a:pt x="23513" y="14259"/>
                  </a:lnTo>
                  <a:lnTo>
                    <a:pt x="23739" y="14422"/>
                  </a:lnTo>
                  <a:lnTo>
                    <a:pt x="24116" y="14749"/>
                  </a:lnTo>
                  <a:lnTo>
                    <a:pt x="24280" y="15001"/>
                  </a:lnTo>
                  <a:lnTo>
                    <a:pt x="24305" y="15152"/>
                  </a:lnTo>
                  <a:lnTo>
                    <a:pt x="24330" y="15277"/>
                  </a:lnTo>
                  <a:lnTo>
                    <a:pt x="24430" y="15466"/>
                  </a:lnTo>
                  <a:lnTo>
                    <a:pt x="24657" y="15680"/>
                  </a:lnTo>
                  <a:lnTo>
                    <a:pt x="24820" y="15868"/>
                  </a:lnTo>
                  <a:lnTo>
                    <a:pt x="24883" y="15969"/>
                  </a:lnTo>
                  <a:lnTo>
                    <a:pt x="24908" y="16095"/>
                  </a:lnTo>
                  <a:lnTo>
                    <a:pt x="24795" y="16170"/>
                  </a:lnTo>
                  <a:lnTo>
                    <a:pt x="24669" y="16183"/>
                  </a:lnTo>
                  <a:lnTo>
                    <a:pt x="24619" y="16208"/>
                  </a:lnTo>
                  <a:lnTo>
                    <a:pt x="24556" y="16334"/>
                  </a:lnTo>
                  <a:lnTo>
                    <a:pt x="24481" y="16522"/>
                  </a:lnTo>
                  <a:lnTo>
                    <a:pt x="24330" y="16749"/>
                  </a:lnTo>
                  <a:lnTo>
                    <a:pt x="24217" y="16862"/>
                  </a:lnTo>
                  <a:lnTo>
                    <a:pt x="23940" y="17088"/>
                  </a:lnTo>
                  <a:lnTo>
                    <a:pt x="23563" y="17415"/>
                  </a:lnTo>
                  <a:lnTo>
                    <a:pt x="23437" y="17578"/>
                  </a:lnTo>
                  <a:lnTo>
                    <a:pt x="23450" y="17641"/>
                  </a:lnTo>
                  <a:lnTo>
                    <a:pt x="23538" y="17767"/>
                  </a:lnTo>
                  <a:lnTo>
                    <a:pt x="23777" y="18069"/>
                  </a:lnTo>
                  <a:lnTo>
                    <a:pt x="23890" y="18308"/>
                  </a:lnTo>
                  <a:lnTo>
                    <a:pt x="23915" y="18421"/>
                  </a:lnTo>
                  <a:lnTo>
                    <a:pt x="23928" y="18635"/>
                  </a:lnTo>
                  <a:lnTo>
                    <a:pt x="23953" y="18936"/>
                  </a:lnTo>
                  <a:lnTo>
                    <a:pt x="24078" y="19112"/>
                  </a:lnTo>
                  <a:lnTo>
                    <a:pt x="24204" y="19263"/>
                  </a:lnTo>
                  <a:lnTo>
                    <a:pt x="24292" y="19502"/>
                  </a:lnTo>
                  <a:lnTo>
                    <a:pt x="24305" y="19804"/>
                  </a:lnTo>
                  <a:lnTo>
                    <a:pt x="24305" y="20093"/>
                  </a:lnTo>
                  <a:lnTo>
                    <a:pt x="24204" y="20118"/>
                  </a:lnTo>
                  <a:lnTo>
                    <a:pt x="24066" y="20093"/>
                  </a:lnTo>
                  <a:lnTo>
                    <a:pt x="24003" y="20106"/>
                  </a:lnTo>
                  <a:lnTo>
                    <a:pt x="23915" y="20194"/>
                  </a:lnTo>
                  <a:lnTo>
                    <a:pt x="23840" y="20407"/>
                  </a:lnTo>
                  <a:lnTo>
                    <a:pt x="23814" y="20558"/>
                  </a:lnTo>
                  <a:lnTo>
                    <a:pt x="23789" y="20621"/>
                  </a:lnTo>
                  <a:lnTo>
                    <a:pt x="23676" y="20684"/>
                  </a:lnTo>
                  <a:lnTo>
                    <a:pt x="23538" y="20672"/>
                  </a:lnTo>
                  <a:lnTo>
                    <a:pt x="23412" y="20596"/>
                  </a:lnTo>
                  <a:lnTo>
                    <a:pt x="23399" y="20533"/>
                  </a:lnTo>
                  <a:lnTo>
                    <a:pt x="23374" y="20470"/>
                  </a:lnTo>
                  <a:lnTo>
                    <a:pt x="23236" y="20357"/>
                  </a:lnTo>
                  <a:lnTo>
                    <a:pt x="23073" y="20257"/>
                  </a:lnTo>
                  <a:lnTo>
                    <a:pt x="22959" y="20143"/>
                  </a:lnTo>
                  <a:lnTo>
                    <a:pt x="22947" y="20055"/>
                  </a:lnTo>
                  <a:lnTo>
                    <a:pt x="22922" y="19967"/>
                  </a:lnTo>
                  <a:lnTo>
                    <a:pt x="22758" y="19779"/>
                  </a:lnTo>
                  <a:lnTo>
                    <a:pt x="22544" y="19590"/>
                  </a:lnTo>
                  <a:lnTo>
                    <a:pt x="22394" y="19389"/>
                  </a:lnTo>
                  <a:lnTo>
                    <a:pt x="22394" y="19276"/>
                  </a:lnTo>
                  <a:lnTo>
                    <a:pt x="22431" y="19075"/>
                  </a:lnTo>
                  <a:lnTo>
                    <a:pt x="22356" y="18710"/>
                  </a:lnTo>
                  <a:lnTo>
                    <a:pt x="22280" y="18471"/>
                  </a:lnTo>
                  <a:lnTo>
                    <a:pt x="22218" y="18245"/>
                  </a:lnTo>
                  <a:lnTo>
                    <a:pt x="22218" y="17880"/>
                  </a:lnTo>
                  <a:lnTo>
                    <a:pt x="22218" y="17591"/>
                  </a:lnTo>
                  <a:lnTo>
                    <a:pt x="22205" y="17453"/>
                  </a:lnTo>
                  <a:lnTo>
                    <a:pt x="22067" y="17327"/>
                  </a:lnTo>
                  <a:lnTo>
                    <a:pt x="21287" y="17327"/>
                  </a:lnTo>
                  <a:lnTo>
                    <a:pt x="21111" y="17314"/>
                  </a:lnTo>
                  <a:lnTo>
                    <a:pt x="20872" y="17365"/>
                  </a:lnTo>
                  <a:lnTo>
                    <a:pt x="20759" y="17428"/>
                  </a:lnTo>
                  <a:lnTo>
                    <a:pt x="20696" y="17402"/>
                  </a:lnTo>
                  <a:lnTo>
                    <a:pt x="20671" y="17327"/>
                  </a:lnTo>
                  <a:lnTo>
                    <a:pt x="20583" y="17176"/>
                  </a:lnTo>
                  <a:lnTo>
                    <a:pt x="20394" y="17063"/>
                  </a:lnTo>
                  <a:lnTo>
                    <a:pt x="20231" y="17025"/>
                  </a:lnTo>
                  <a:lnTo>
                    <a:pt x="20017" y="16975"/>
                  </a:lnTo>
                  <a:lnTo>
                    <a:pt x="19653" y="16887"/>
                  </a:lnTo>
                  <a:lnTo>
                    <a:pt x="19451" y="16736"/>
                  </a:lnTo>
                  <a:lnTo>
                    <a:pt x="19389" y="16610"/>
                  </a:lnTo>
                  <a:lnTo>
                    <a:pt x="19338" y="16472"/>
                  </a:lnTo>
                  <a:lnTo>
                    <a:pt x="19124" y="16246"/>
                  </a:lnTo>
                  <a:lnTo>
                    <a:pt x="18722" y="16032"/>
                  </a:lnTo>
                  <a:lnTo>
                    <a:pt x="18496" y="15956"/>
                  </a:lnTo>
                  <a:lnTo>
                    <a:pt x="18244" y="15856"/>
                  </a:lnTo>
                  <a:lnTo>
                    <a:pt x="17993" y="15806"/>
                  </a:lnTo>
                  <a:lnTo>
                    <a:pt x="17817" y="15818"/>
                  </a:lnTo>
                  <a:lnTo>
                    <a:pt x="17565" y="15956"/>
                  </a:lnTo>
                  <a:lnTo>
                    <a:pt x="17477" y="15982"/>
                  </a:lnTo>
                  <a:lnTo>
                    <a:pt x="17414" y="15956"/>
                  </a:lnTo>
                  <a:lnTo>
                    <a:pt x="17314" y="15718"/>
                  </a:lnTo>
                  <a:lnTo>
                    <a:pt x="17326" y="15554"/>
                  </a:lnTo>
                  <a:lnTo>
                    <a:pt x="17326" y="15353"/>
                  </a:lnTo>
                  <a:lnTo>
                    <a:pt x="17201" y="14900"/>
                  </a:lnTo>
                  <a:lnTo>
                    <a:pt x="17176" y="14762"/>
                  </a:lnTo>
                  <a:lnTo>
                    <a:pt x="17163" y="14661"/>
                  </a:lnTo>
                  <a:lnTo>
                    <a:pt x="17050" y="14561"/>
                  </a:lnTo>
                  <a:lnTo>
                    <a:pt x="16912" y="14548"/>
                  </a:lnTo>
                  <a:lnTo>
                    <a:pt x="16773" y="14573"/>
                  </a:lnTo>
                  <a:lnTo>
                    <a:pt x="16635" y="14724"/>
                  </a:lnTo>
                  <a:lnTo>
                    <a:pt x="16622" y="14699"/>
                  </a:lnTo>
                  <a:lnTo>
                    <a:pt x="16597" y="14636"/>
                  </a:lnTo>
                  <a:lnTo>
                    <a:pt x="16471" y="14435"/>
                  </a:lnTo>
                  <a:lnTo>
                    <a:pt x="16459" y="14246"/>
                  </a:lnTo>
                  <a:lnTo>
                    <a:pt x="16509" y="13869"/>
                  </a:lnTo>
                  <a:lnTo>
                    <a:pt x="16572" y="13605"/>
                  </a:lnTo>
                  <a:lnTo>
                    <a:pt x="16685" y="13153"/>
                  </a:lnTo>
                  <a:lnTo>
                    <a:pt x="16912" y="12624"/>
                  </a:lnTo>
                  <a:lnTo>
                    <a:pt x="17000" y="12386"/>
                  </a:lnTo>
                  <a:lnTo>
                    <a:pt x="17113" y="12071"/>
                  </a:lnTo>
                  <a:lnTo>
                    <a:pt x="17264" y="11908"/>
                  </a:lnTo>
                  <a:lnTo>
                    <a:pt x="17377" y="11858"/>
                  </a:lnTo>
                  <a:lnTo>
                    <a:pt x="17477" y="11807"/>
                  </a:lnTo>
                  <a:lnTo>
                    <a:pt x="17540" y="11669"/>
                  </a:lnTo>
                  <a:lnTo>
                    <a:pt x="17528" y="11493"/>
                  </a:lnTo>
                  <a:lnTo>
                    <a:pt x="17590" y="11317"/>
                  </a:lnTo>
                  <a:lnTo>
                    <a:pt x="17679" y="11229"/>
                  </a:lnTo>
                  <a:lnTo>
                    <a:pt x="17880" y="11116"/>
                  </a:lnTo>
                  <a:lnTo>
                    <a:pt x="18043" y="11116"/>
                  </a:lnTo>
                  <a:lnTo>
                    <a:pt x="18156" y="11065"/>
                  </a:lnTo>
                  <a:lnTo>
                    <a:pt x="18207" y="11003"/>
                  </a:lnTo>
                  <a:lnTo>
                    <a:pt x="18181" y="10864"/>
                  </a:lnTo>
                  <a:lnTo>
                    <a:pt x="17955" y="10638"/>
                  </a:lnTo>
                  <a:lnTo>
                    <a:pt x="17767" y="10525"/>
                  </a:lnTo>
                  <a:lnTo>
                    <a:pt x="17590" y="10449"/>
                  </a:lnTo>
                  <a:lnTo>
                    <a:pt x="17427" y="10324"/>
                  </a:lnTo>
                  <a:lnTo>
                    <a:pt x="17427" y="10261"/>
                  </a:lnTo>
                  <a:lnTo>
                    <a:pt x="17490" y="10248"/>
                  </a:lnTo>
                  <a:lnTo>
                    <a:pt x="17653" y="10261"/>
                  </a:lnTo>
                  <a:lnTo>
                    <a:pt x="18005" y="10487"/>
                  </a:lnTo>
                  <a:lnTo>
                    <a:pt x="18169" y="10537"/>
                  </a:lnTo>
                  <a:lnTo>
                    <a:pt x="18320" y="10550"/>
                  </a:lnTo>
                  <a:lnTo>
                    <a:pt x="18458" y="10487"/>
                  </a:lnTo>
                  <a:lnTo>
                    <a:pt x="18483" y="10412"/>
                  </a:lnTo>
                  <a:lnTo>
                    <a:pt x="18508" y="10336"/>
                  </a:lnTo>
                  <a:lnTo>
                    <a:pt x="18622" y="10273"/>
                  </a:lnTo>
                  <a:lnTo>
                    <a:pt x="18848" y="10273"/>
                  </a:lnTo>
                  <a:lnTo>
                    <a:pt x="18948" y="10185"/>
                  </a:lnTo>
                  <a:lnTo>
                    <a:pt x="19074" y="9921"/>
                  </a:lnTo>
                  <a:lnTo>
                    <a:pt x="19175" y="9695"/>
                  </a:lnTo>
                  <a:lnTo>
                    <a:pt x="19288" y="9519"/>
                  </a:lnTo>
                  <a:lnTo>
                    <a:pt x="19376" y="9418"/>
                  </a:lnTo>
                  <a:lnTo>
                    <a:pt x="19313" y="9343"/>
                  </a:lnTo>
                  <a:lnTo>
                    <a:pt x="19200" y="9255"/>
                  </a:lnTo>
                  <a:lnTo>
                    <a:pt x="18873" y="9192"/>
                  </a:lnTo>
                  <a:lnTo>
                    <a:pt x="18760" y="9167"/>
                  </a:lnTo>
                  <a:lnTo>
                    <a:pt x="18697" y="9104"/>
                  </a:lnTo>
                  <a:lnTo>
                    <a:pt x="18697" y="8953"/>
                  </a:lnTo>
                  <a:lnTo>
                    <a:pt x="18772" y="8890"/>
                  </a:lnTo>
                  <a:lnTo>
                    <a:pt x="18835" y="8903"/>
                  </a:lnTo>
                  <a:lnTo>
                    <a:pt x="18974" y="8940"/>
                  </a:lnTo>
                  <a:lnTo>
                    <a:pt x="19175" y="9116"/>
                  </a:lnTo>
                  <a:lnTo>
                    <a:pt x="19263" y="9154"/>
                  </a:lnTo>
                  <a:lnTo>
                    <a:pt x="19363" y="9142"/>
                  </a:lnTo>
                  <a:lnTo>
                    <a:pt x="19552" y="8966"/>
                  </a:lnTo>
                  <a:lnTo>
                    <a:pt x="19640" y="8915"/>
                  </a:lnTo>
                  <a:lnTo>
                    <a:pt x="19728" y="8890"/>
                  </a:lnTo>
                  <a:lnTo>
                    <a:pt x="19816" y="8840"/>
                  </a:lnTo>
                  <a:lnTo>
                    <a:pt x="19841" y="8865"/>
                  </a:lnTo>
                  <a:lnTo>
                    <a:pt x="19829" y="8915"/>
                  </a:lnTo>
                  <a:lnTo>
                    <a:pt x="19841" y="9054"/>
                  </a:lnTo>
                  <a:lnTo>
                    <a:pt x="19904" y="9393"/>
                  </a:lnTo>
                  <a:lnTo>
                    <a:pt x="19879" y="9695"/>
                  </a:lnTo>
                  <a:lnTo>
                    <a:pt x="19829" y="9871"/>
                  </a:lnTo>
                  <a:lnTo>
                    <a:pt x="19690" y="10185"/>
                  </a:lnTo>
                  <a:lnTo>
                    <a:pt x="19527" y="10374"/>
                  </a:lnTo>
                  <a:lnTo>
                    <a:pt x="19539" y="10424"/>
                  </a:lnTo>
                  <a:lnTo>
                    <a:pt x="19615" y="10437"/>
                  </a:lnTo>
                  <a:lnTo>
                    <a:pt x="19791" y="10462"/>
                  </a:lnTo>
                  <a:lnTo>
                    <a:pt x="19942" y="10575"/>
                  </a:lnTo>
                  <a:lnTo>
                    <a:pt x="19929" y="10751"/>
                  </a:lnTo>
                  <a:lnTo>
                    <a:pt x="19929" y="10839"/>
                  </a:lnTo>
                  <a:lnTo>
                    <a:pt x="19979" y="10952"/>
                  </a:lnTo>
                  <a:lnTo>
                    <a:pt x="20155" y="10965"/>
                  </a:lnTo>
                  <a:lnTo>
                    <a:pt x="20332" y="10889"/>
                  </a:lnTo>
                  <a:lnTo>
                    <a:pt x="20482" y="10789"/>
                  </a:lnTo>
                  <a:lnTo>
                    <a:pt x="20658" y="10588"/>
                  </a:lnTo>
                  <a:lnTo>
                    <a:pt x="20797" y="10487"/>
                  </a:lnTo>
                  <a:lnTo>
                    <a:pt x="20872" y="10437"/>
                  </a:lnTo>
                  <a:lnTo>
                    <a:pt x="20935" y="10349"/>
                  </a:lnTo>
                  <a:lnTo>
                    <a:pt x="20948" y="10248"/>
                  </a:lnTo>
                  <a:lnTo>
                    <a:pt x="20998" y="10173"/>
                  </a:lnTo>
                  <a:lnTo>
                    <a:pt x="21061" y="10160"/>
                  </a:lnTo>
                  <a:lnTo>
                    <a:pt x="21124" y="10148"/>
                  </a:lnTo>
                  <a:lnTo>
                    <a:pt x="21224" y="10248"/>
                  </a:lnTo>
                  <a:lnTo>
                    <a:pt x="21337" y="10399"/>
                  </a:lnTo>
                  <a:lnTo>
                    <a:pt x="21539" y="10512"/>
                  </a:lnTo>
                  <a:lnTo>
                    <a:pt x="21702" y="10525"/>
                  </a:lnTo>
                  <a:lnTo>
                    <a:pt x="21853" y="10512"/>
                  </a:lnTo>
                  <a:lnTo>
                    <a:pt x="21916" y="10424"/>
                  </a:lnTo>
                  <a:lnTo>
                    <a:pt x="21727" y="10160"/>
                  </a:lnTo>
                  <a:lnTo>
                    <a:pt x="21589" y="9946"/>
                  </a:lnTo>
                  <a:lnTo>
                    <a:pt x="21539" y="9846"/>
                  </a:lnTo>
                  <a:lnTo>
                    <a:pt x="21451" y="9733"/>
                  </a:lnTo>
                  <a:lnTo>
                    <a:pt x="21275" y="9682"/>
                  </a:lnTo>
                  <a:lnTo>
                    <a:pt x="21124" y="9657"/>
                  </a:lnTo>
                  <a:lnTo>
                    <a:pt x="21048" y="9619"/>
                  </a:lnTo>
                  <a:lnTo>
                    <a:pt x="20948" y="9481"/>
                  </a:lnTo>
                  <a:lnTo>
                    <a:pt x="20860" y="9305"/>
                  </a:lnTo>
                  <a:lnTo>
                    <a:pt x="20746" y="9167"/>
                  </a:lnTo>
                  <a:lnTo>
                    <a:pt x="20658" y="9129"/>
                  </a:lnTo>
                  <a:lnTo>
                    <a:pt x="20470" y="9091"/>
                  </a:lnTo>
                  <a:lnTo>
                    <a:pt x="20269" y="9041"/>
                  </a:lnTo>
                  <a:lnTo>
                    <a:pt x="20168" y="8940"/>
                  </a:lnTo>
                  <a:lnTo>
                    <a:pt x="20143" y="8852"/>
                  </a:lnTo>
                  <a:lnTo>
                    <a:pt x="20118" y="8764"/>
                  </a:lnTo>
                  <a:lnTo>
                    <a:pt x="20005" y="8702"/>
                  </a:lnTo>
                  <a:lnTo>
                    <a:pt x="19891" y="8689"/>
                  </a:lnTo>
                  <a:lnTo>
                    <a:pt x="19829" y="8676"/>
                  </a:lnTo>
                  <a:lnTo>
                    <a:pt x="19841" y="8639"/>
                  </a:lnTo>
                  <a:lnTo>
                    <a:pt x="19854" y="8588"/>
                  </a:lnTo>
                  <a:lnTo>
                    <a:pt x="19816" y="8488"/>
                  </a:lnTo>
                  <a:lnTo>
                    <a:pt x="19690" y="8337"/>
                  </a:lnTo>
                  <a:lnTo>
                    <a:pt x="19665" y="8211"/>
                  </a:lnTo>
                  <a:lnTo>
                    <a:pt x="19690" y="8161"/>
                  </a:lnTo>
                  <a:lnTo>
                    <a:pt x="19829" y="8173"/>
                  </a:lnTo>
                  <a:lnTo>
                    <a:pt x="20030" y="8224"/>
                  </a:lnTo>
                  <a:lnTo>
                    <a:pt x="20231" y="8224"/>
                  </a:lnTo>
                  <a:lnTo>
                    <a:pt x="20306" y="8161"/>
                  </a:lnTo>
                  <a:lnTo>
                    <a:pt x="20369" y="8098"/>
                  </a:lnTo>
                  <a:lnTo>
                    <a:pt x="20495" y="8073"/>
                  </a:lnTo>
                  <a:lnTo>
                    <a:pt x="20608" y="8098"/>
                  </a:lnTo>
                  <a:lnTo>
                    <a:pt x="20734" y="8098"/>
                  </a:lnTo>
                  <a:lnTo>
                    <a:pt x="20797" y="8048"/>
                  </a:lnTo>
                  <a:lnTo>
                    <a:pt x="20935" y="7922"/>
                  </a:lnTo>
                  <a:lnTo>
                    <a:pt x="21161" y="7620"/>
                  </a:lnTo>
                  <a:lnTo>
                    <a:pt x="21224" y="7394"/>
                  </a:lnTo>
                  <a:lnTo>
                    <a:pt x="21187" y="7268"/>
                  </a:lnTo>
                  <a:lnTo>
                    <a:pt x="21086" y="7029"/>
                  </a:lnTo>
                  <a:lnTo>
                    <a:pt x="20922" y="6690"/>
                  </a:lnTo>
                  <a:lnTo>
                    <a:pt x="20910" y="6501"/>
                  </a:lnTo>
                  <a:lnTo>
                    <a:pt x="20948" y="6426"/>
                  </a:lnTo>
                  <a:lnTo>
                    <a:pt x="20998" y="6350"/>
                  </a:lnTo>
                  <a:lnTo>
                    <a:pt x="20998" y="6187"/>
                  </a:lnTo>
                  <a:lnTo>
                    <a:pt x="20834" y="5898"/>
                  </a:lnTo>
                  <a:lnTo>
                    <a:pt x="20658" y="5696"/>
                  </a:lnTo>
                  <a:lnTo>
                    <a:pt x="20570" y="5596"/>
                  </a:lnTo>
                  <a:lnTo>
                    <a:pt x="20332" y="5495"/>
                  </a:lnTo>
                  <a:lnTo>
                    <a:pt x="20105" y="5495"/>
                  </a:lnTo>
                  <a:lnTo>
                    <a:pt x="19954" y="5621"/>
                  </a:lnTo>
                  <a:lnTo>
                    <a:pt x="19929" y="5722"/>
                  </a:lnTo>
                  <a:lnTo>
                    <a:pt x="19942" y="5935"/>
                  </a:lnTo>
                  <a:lnTo>
                    <a:pt x="19992" y="6124"/>
                  </a:lnTo>
                  <a:lnTo>
                    <a:pt x="19967" y="6237"/>
                  </a:lnTo>
                  <a:lnTo>
                    <a:pt x="19904" y="6300"/>
                  </a:lnTo>
                  <a:lnTo>
                    <a:pt x="19854" y="6375"/>
                  </a:lnTo>
                  <a:lnTo>
                    <a:pt x="19816" y="6526"/>
                  </a:lnTo>
                  <a:lnTo>
                    <a:pt x="19816" y="6677"/>
                  </a:lnTo>
                  <a:lnTo>
                    <a:pt x="19778" y="6853"/>
                  </a:lnTo>
                  <a:lnTo>
                    <a:pt x="19715" y="6941"/>
                  </a:lnTo>
                  <a:lnTo>
                    <a:pt x="19653" y="7042"/>
                  </a:lnTo>
                  <a:lnTo>
                    <a:pt x="19615" y="7218"/>
                  </a:lnTo>
                  <a:lnTo>
                    <a:pt x="19627" y="7482"/>
                  </a:lnTo>
                  <a:lnTo>
                    <a:pt x="19577" y="7620"/>
                  </a:lnTo>
                  <a:lnTo>
                    <a:pt x="19514" y="7671"/>
                  </a:lnTo>
                  <a:lnTo>
                    <a:pt x="19363" y="7608"/>
                  </a:lnTo>
                  <a:lnTo>
                    <a:pt x="19200" y="7394"/>
                  </a:lnTo>
                  <a:lnTo>
                    <a:pt x="19099" y="7092"/>
                  </a:lnTo>
                  <a:lnTo>
                    <a:pt x="19099" y="6929"/>
                  </a:lnTo>
                  <a:lnTo>
                    <a:pt x="19112" y="6677"/>
                  </a:lnTo>
                  <a:lnTo>
                    <a:pt x="19062" y="6526"/>
                  </a:lnTo>
                  <a:lnTo>
                    <a:pt x="19049" y="6401"/>
                  </a:lnTo>
                  <a:lnTo>
                    <a:pt x="19036" y="6262"/>
                  </a:lnTo>
                  <a:lnTo>
                    <a:pt x="18923" y="6137"/>
                  </a:lnTo>
                  <a:lnTo>
                    <a:pt x="18810" y="6162"/>
                  </a:lnTo>
                  <a:lnTo>
                    <a:pt x="18760" y="6187"/>
                  </a:lnTo>
                  <a:lnTo>
                    <a:pt x="18710" y="6313"/>
                  </a:lnTo>
                  <a:lnTo>
                    <a:pt x="18672" y="6476"/>
                  </a:lnTo>
                  <a:lnTo>
                    <a:pt x="18609" y="6627"/>
                  </a:lnTo>
                  <a:lnTo>
                    <a:pt x="18546" y="6677"/>
                  </a:lnTo>
                  <a:lnTo>
                    <a:pt x="18483" y="6702"/>
                  </a:lnTo>
                  <a:lnTo>
                    <a:pt x="18395" y="6602"/>
                  </a:lnTo>
                  <a:lnTo>
                    <a:pt x="18307" y="6250"/>
                  </a:lnTo>
                  <a:lnTo>
                    <a:pt x="18282" y="5986"/>
                  </a:lnTo>
                  <a:lnTo>
                    <a:pt x="18257" y="5873"/>
                  </a:lnTo>
                  <a:lnTo>
                    <a:pt x="18181" y="5772"/>
                  </a:lnTo>
                  <a:lnTo>
                    <a:pt x="18031" y="5772"/>
                  </a:lnTo>
                  <a:lnTo>
                    <a:pt x="17943" y="5709"/>
                  </a:lnTo>
                  <a:lnTo>
                    <a:pt x="17880" y="5621"/>
                  </a:lnTo>
                  <a:lnTo>
                    <a:pt x="17905" y="5445"/>
                  </a:lnTo>
                  <a:lnTo>
                    <a:pt x="17955" y="5282"/>
                  </a:lnTo>
                  <a:lnTo>
                    <a:pt x="17993" y="5118"/>
                  </a:lnTo>
                  <a:lnTo>
                    <a:pt x="17930" y="4867"/>
                  </a:lnTo>
                  <a:lnTo>
                    <a:pt x="17855" y="4728"/>
                  </a:lnTo>
                  <a:lnTo>
                    <a:pt x="17792" y="4590"/>
                  </a:lnTo>
                  <a:lnTo>
                    <a:pt x="17704" y="4376"/>
                  </a:lnTo>
                  <a:lnTo>
                    <a:pt x="17704" y="4251"/>
                  </a:lnTo>
                  <a:lnTo>
                    <a:pt x="17691" y="4112"/>
                  </a:lnTo>
                  <a:lnTo>
                    <a:pt x="17590" y="3924"/>
                  </a:lnTo>
                  <a:lnTo>
                    <a:pt x="17502" y="3810"/>
                  </a:lnTo>
                  <a:lnTo>
                    <a:pt x="17440" y="3710"/>
                  </a:lnTo>
                  <a:lnTo>
                    <a:pt x="17452" y="3597"/>
                  </a:lnTo>
                  <a:lnTo>
                    <a:pt x="17528" y="3484"/>
                  </a:lnTo>
                  <a:lnTo>
                    <a:pt x="17590" y="3333"/>
                  </a:lnTo>
                  <a:lnTo>
                    <a:pt x="17603" y="3119"/>
                  </a:lnTo>
                  <a:lnTo>
                    <a:pt x="17653" y="3006"/>
                  </a:lnTo>
                  <a:lnTo>
                    <a:pt x="17691" y="2968"/>
                  </a:lnTo>
                  <a:lnTo>
                    <a:pt x="17817" y="2943"/>
                  </a:lnTo>
                  <a:lnTo>
                    <a:pt x="17968" y="2943"/>
                  </a:lnTo>
                  <a:lnTo>
                    <a:pt x="18056" y="2867"/>
                  </a:lnTo>
                  <a:lnTo>
                    <a:pt x="18093" y="2767"/>
                  </a:lnTo>
                  <a:lnTo>
                    <a:pt x="18219" y="2427"/>
                  </a:lnTo>
                  <a:lnTo>
                    <a:pt x="18345" y="2201"/>
                  </a:lnTo>
                  <a:lnTo>
                    <a:pt x="18383" y="2088"/>
                  </a:lnTo>
                  <a:lnTo>
                    <a:pt x="18320" y="1962"/>
                  </a:lnTo>
                  <a:lnTo>
                    <a:pt x="18181" y="1924"/>
                  </a:lnTo>
                  <a:lnTo>
                    <a:pt x="18068" y="1924"/>
                  </a:lnTo>
                  <a:lnTo>
                    <a:pt x="17905" y="1912"/>
                  </a:lnTo>
                  <a:lnTo>
                    <a:pt x="17842" y="1811"/>
                  </a:lnTo>
                  <a:lnTo>
                    <a:pt x="17603" y="1799"/>
                  </a:lnTo>
                  <a:lnTo>
                    <a:pt x="17452" y="1811"/>
                  </a:lnTo>
                  <a:lnTo>
                    <a:pt x="17301" y="1887"/>
                  </a:lnTo>
                  <a:lnTo>
                    <a:pt x="17238" y="2138"/>
                  </a:lnTo>
                  <a:lnTo>
                    <a:pt x="17213" y="2390"/>
                  </a:lnTo>
                  <a:lnTo>
                    <a:pt x="17188" y="2717"/>
                  </a:lnTo>
                  <a:lnTo>
                    <a:pt x="17226" y="3333"/>
                  </a:lnTo>
                  <a:lnTo>
                    <a:pt x="17213" y="3634"/>
                  </a:lnTo>
                  <a:lnTo>
                    <a:pt x="17176" y="3710"/>
                  </a:lnTo>
                  <a:lnTo>
                    <a:pt x="17113" y="3798"/>
                  </a:lnTo>
                  <a:lnTo>
                    <a:pt x="17088" y="3974"/>
                  </a:lnTo>
                  <a:lnTo>
                    <a:pt x="17050" y="4075"/>
                  </a:lnTo>
                  <a:lnTo>
                    <a:pt x="16987" y="4137"/>
                  </a:lnTo>
                  <a:lnTo>
                    <a:pt x="16899" y="4213"/>
                  </a:lnTo>
                  <a:lnTo>
                    <a:pt x="16886" y="4339"/>
                  </a:lnTo>
                  <a:lnTo>
                    <a:pt x="16899" y="4477"/>
                  </a:lnTo>
                  <a:lnTo>
                    <a:pt x="16899" y="4728"/>
                  </a:lnTo>
                  <a:lnTo>
                    <a:pt x="16836" y="4917"/>
                  </a:lnTo>
                  <a:lnTo>
                    <a:pt x="16798" y="5018"/>
                  </a:lnTo>
                  <a:lnTo>
                    <a:pt x="16798" y="5168"/>
                  </a:lnTo>
                  <a:lnTo>
                    <a:pt x="16899" y="5344"/>
                  </a:lnTo>
                  <a:lnTo>
                    <a:pt x="17025" y="5458"/>
                  </a:lnTo>
                  <a:lnTo>
                    <a:pt x="17163" y="5571"/>
                  </a:lnTo>
                  <a:lnTo>
                    <a:pt x="17402" y="5621"/>
                  </a:lnTo>
                  <a:lnTo>
                    <a:pt x="17465" y="5659"/>
                  </a:lnTo>
                  <a:lnTo>
                    <a:pt x="17528" y="5709"/>
                  </a:lnTo>
                  <a:lnTo>
                    <a:pt x="17590" y="5860"/>
                  </a:lnTo>
                  <a:lnTo>
                    <a:pt x="17528" y="5948"/>
                  </a:lnTo>
                  <a:lnTo>
                    <a:pt x="17465" y="6023"/>
                  </a:lnTo>
                  <a:lnTo>
                    <a:pt x="17414" y="6111"/>
                  </a:lnTo>
                  <a:lnTo>
                    <a:pt x="17452" y="6212"/>
                  </a:lnTo>
                  <a:lnTo>
                    <a:pt x="17465" y="6287"/>
                  </a:lnTo>
                  <a:lnTo>
                    <a:pt x="17414" y="6476"/>
                  </a:lnTo>
                  <a:lnTo>
                    <a:pt x="17314" y="6665"/>
                  </a:lnTo>
                  <a:lnTo>
                    <a:pt x="17163" y="6803"/>
                  </a:lnTo>
                  <a:lnTo>
                    <a:pt x="17075" y="6816"/>
                  </a:lnTo>
                  <a:lnTo>
                    <a:pt x="17000" y="6828"/>
                  </a:lnTo>
                  <a:lnTo>
                    <a:pt x="16874" y="6916"/>
                  </a:lnTo>
                  <a:lnTo>
                    <a:pt x="16798" y="7054"/>
                  </a:lnTo>
                  <a:lnTo>
                    <a:pt x="16786" y="7256"/>
                  </a:lnTo>
                  <a:lnTo>
                    <a:pt x="16811" y="7369"/>
                  </a:lnTo>
                  <a:lnTo>
                    <a:pt x="16874" y="7570"/>
                  </a:lnTo>
                  <a:lnTo>
                    <a:pt x="16874" y="7809"/>
                  </a:lnTo>
                  <a:lnTo>
                    <a:pt x="16836" y="7897"/>
                  </a:lnTo>
                  <a:lnTo>
                    <a:pt x="16811" y="7947"/>
                  </a:lnTo>
                  <a:lnTo>
                    <a:pt x="16710" y="7972"/>
                  </a:lnTo>
                  <a:lnTo>
                    <a:pt x="16622" y="7935"/>
                  </a:lnTo>
                  <a:lnTo>
                    <a:pt x="16572" y="7847"/>
                  </a:lnTo>
                  <a:lnTo>
                    <a:pt x="16572" y="7784"/>
                  </a:lnTo>
                  <a:lnTo>
                    <a:pt x="16610" y="7671"/>
                  </a:lnTo>
                  <a:lnTo>
                    <a:pt x="16597" y="7507"/>
                  </a:lnTo>
                  <a:lnTo>
                    <a:pt x="16572" y="7344"/>
                  </a:lnTo>
                  <a:lnTo>
                    <a:pt x="16585" y="7105"/>
                  </a:lnTo>
                  <a:lnTo>
                    <a:pt x="16635" y="6891"/>
                  </a:lnTo>
                  <a:lnTo>
                    <a:pt x="16622" y="6740"/>
                  </a:lnTo>
                  <a:lnTo>
                    <a:pt x="16522" y="6577"/>
                  </a:lnTo>
                  <a:lnTo>
                    <a:pt x="16509" y="6526"/>
                  </a:lnTo>
                  <a:lnTo>
                    <a:pt x="16547" y="6501"/>
                  </a:lnTo>
                  <a:lnTo>
                    <a:pt x="16635" y="6489"/>
                  </a:lnTo>
                  <a:lnTo>
                    <a:pt x="16761" y="6426"/>
                  </a:lnTo>
                  <a:lnTo>
                    <a:pt x="16836" y="6313"/>
                  </a:lnTo>
                  <a:lnTo>
                    <a:pt x="16861" y="6250"/>
                  </a:lnTo>
                  <a:lnTo>
                    <a:pt x="16874" y="6149"/>
                  </a:lnTo>
                  <a:lnTo>
                    <a:pt x="16773" y="6011"/>
                  </a:lnTo>
                  <a:lnTo>
                    <a:pt x="16610" y="5860"/>
                  </a:lnTo>
                  <a:lnTo>
                    <a:pt x="16484" y="5671"/>
                  </a:lnTo>
                  <a:lnTo>
                    <a:pt x="16409" y="5445"/>
                  </a:lnTo>
                  <a:lnTo>
                    <a:pt x="16333" y="5344"/>
                  </a:lnTo>
                  <a:lnTo>
                    <a:pt x="16270" y="5332"/>
                  </a:lnTo>
                  <a:lnTo>
                    <a:pt x="16195" y="5332"/>
                  </a:lnTo>
                  <a:lnTo>
                    <a:pt x="16145" y="5407"/>
                  </a:lnTo>
                  <a:lnTo>
                    <a:pt x="16132" y="5533"/>
                  </a:lnTo>
                  <a:lnTo>
                    <a:pt x="16094" y="5671"/>
                  </a:lnTo>
                  <a:lnTo>
                    <a:pt x="16031" y="5747"/>
                  </a:lnTo>
                  <a:lnTo>
                    <a:pt x="15880" y="5847"/>
                  </a:lnTo>
                  <a:lnTo>
                    <a:pt x="15792" y="5923"/>
                  </a:lnTo>
                  <a:lnTo>
                    <a:pt x="15818" y="5986"/>
                  </a:lnTo>
                  <a:lnTo>
                    <a:pt x="15855" y="6036"/>
                  </a:lnTo>
                  <a:lnTo>
                    <a:pt x="15994" y="6137"/>
                  </a:lnTo>
                  <a:lnTo>
                    <a:pt x="16333" y="6287"/>
                  </a:lnTo>
                  <a:lnTo>
                    <a:pt x="16409" y="6363"/>
                  </a:lnTo>
                  <a:lnTo>
                    <a:pt x="16421" y="6388"/>
                  </a:lnTo>
                  <a:lnTo>
                    <a:pt x="16333" y="6438"/>
                  </a:lnTo>
                  <a:lnTo>
                    <a:pt x="16170" y="6501"/>
                  </a:lnTo>
                  <a:lnTo>
                    <a:pt x="16006" y="6614"/>
                  </a:lnTo>
                  <a:lnTo>
                    <a:pt x="15943" y="6702"/>
                  </a:lnTo>
                  <a:lnTo>
                    <a:pt x="15855" y="6853"/>
                  </a:lnTo>
                  <a:lnTo>
                    <a:pt x="15679" y="6929"/>
                  </a:lnTo>
                  <a:lnTo>
                    <a:pt x="15503" y="6941"/>
                  </a:lnTo>
                  <a:lnTo>
                    <a:pt x="15290" y="6954"/>
                  </a:lnTo>
                  <a:lnTo>
                    <a:pt x="14950" y="6878"/>
                  </a:lnTo>
                  <a:lnTo>
                    <a:pt x="14761" y="6778"/>
                  </a:lnTo>
                  <a:lnTo>
                    <a:pt x="14699" y="6702"/>
                  </a:lnTo>
                  <a:lnTo>
                    <a:pt x="14598" y="6577"/>
                  </a:lnTo>
                  <a:lnTo>
                    <a:pt x="14334" y="6375"/>
                  </a:lnTo>
                  <a:lnTo>
                    <a:pt x="14158" y="6300"/>
                  </a:lnTo>
                  <a:lnTo>
                    <a:pt x="14007" y="6237"/>
                  </a:lnTo>
                  <a:lnTo>
                    <a:pt x="13919" y="6086"/>
                  </a:lnTo>
                  <a:lnTo>
                    <a:pt x="13919" y="5973"/>
                  </a:lnTo>
                  <a:lnTo>
                    <a:pt x="13906" y="5860"/>
                  </a:lnTo>
                  <a:lnTo>
                    <a:pt x="13806" y="5785"/>
                  </a:lnTo>
                  <a:lnTo>
                    <a:pt x="13680" y="5759"/>
                  </a:lnTo>
                  <a:lnTo>
                    <a:pt x="13554" y="5734"/>
                  </a:lnTo>
                  <a:lnTo>
                    <a:pt x="13391" y="5772"/>
                  </a:lnTo>
                  <a:lnTo>
                    <a:pt x="13290" y="5835"/>
                  </a:lnTo>
                  <a:lnTo>
                    <a:pt x="13177" y="5910"/>
                  </a:lnTo>
                  <a:lnTo>
                    <a:pt x="13089" y="5986"/>
                  </a:lnTo>
                  <a:lnTo>
                    <a:pt x="13114" y="6023"/>
                  </a:lnTo>
                  <a:lnTo>
                    <a:pt x="13165" y="6036"/>
                  </a:lnTo>
                  <a:lnTo>
                    <a:pt x="13303" y="6036"/>
                  </a:lnTo>
                  <a:lnTo>
                    <a:pt x="13630" y="5986"/>
                  </a:lnTo>
                  <a:lnTo>
                    <a:pt x="13693" y="6036"/>
                  </a:lnTo>
                  <a:lnTo>
                    <a:pt x="13693" y="6099"/>
                  </a:lnTo>
                  <a:lnTo>
                    <a:pt x="13529" y="6225"/>
                  </a:lnTo>
                  <a:lnTo>
                    <a:pt x="13353" y="6287"/>
                  </a:lnTo>
                  <a:lnTo>
                    <a:pt x="13190" y="6350"/>
                  </a:lnTo>
                  <a:lnTo>
                    <a:pt x="13077" y="6438"/>
                  </a:lnTo>
                  <a:lnTo>
                    <a:pt x="13051" y="6589"/>
                  </a:lnTo>
                  <a:lnTo>
                    <a:pt x="13039" y="6778"/>
                  </a:lnTo>
                  <a:lnTo>
                    <a:pt x="13039" y="7004"/>
                  </a:lnTo>
                  <a:lnTo>
                    <a:pt x="13001" y="7054"/>
                  </a:lnTo>
                  <a:lnTo>
                    <a:pt x="12963" y="7017"/>
                  </a:lnTo>
                  <a:lnTo>
                    <a:pt x="12863" y="6929"/>
                  </a:lnTo>
                  <a:lnTo>
                    <a:pt x="12725" y="6602"/>
                  </a:lnTo>
                  <a:lnTo>
                    <a:pt x="12674" y="6388"/>
                  </a:lnTo>
                  <a:lnTo>
                    <a:pt x="12649" y="6275"/>
                  </a:lnTo>
                  <a:lnTo>
                    <a:pt x="12523" y="6124"/>
                  </a:lnTo>
                  <a:lnTo>
                    <a:pt x="12272" y="5998"/>
                  </a:lnTo>
                  <a:lnTo>
                    <a:pt x="12046" y="5973"/>
                  </a:lnTo>
                  <a:lnTo>
                    <a:pt x="11618" y="5910"/>
                  </a:lnTo>
                  <a:lnTo>
                    <a:pt x="11316" y="5847"/>
                  </a:lnTo>
                  <a:lnTo>
                    <a:pt x="11178" y="5785"/>
                  </a:lnTo>
                  <a:lnTo>
                    <a:pt x="10964" y="5533"/>
                  </a:lnTo>
                  <a:lnTo>
                    <a:pt x="10964" y="5445"/>
                  </a:lnTo>
                  <a:lnTo>
                    <a:pt x="11027" y="5407"/>
                  </a:lnTo>
                  <a:lnTo>
                    <a:pt x="11316" y="5395"/>
                  </a:lnTo>
                  <a:lnTo>
                    <a:pt x="11429" y="5357"/>
                  </a:lnTo>
                  <a:lnTo>
                    <a:pt x="11467" y="5319"/>
                  </a:lnTo>
                  <a:lnTo>
                    <a:pt x="11467" y="5118"/>
                  </a:lnTo>
                  <a:lnTo>
                    <a:pt x="11392" y="4867"/>
                  </a:lnTo>
                  <a:lnTo>
                    <a:pt x="11279" y="4653"/>
                  </a:lnTo>
                  <a:lnTo>
                    <a:pt x="11216" y="4590"/>
                  </a:lnTo>
                  <a:lnTo>
                    <a:pt x="11065" y="4515"/>
                  </a:lnTo>
                  <a:lnTo>
                    <a:pt x="10851" y="4427"/>
                  </a:lnTo>
                  <a:lnTo>
                    <a:pt x="10751" y="4339"/>
                  </a:lnTo>
                  <a:lnTo>
                    <a:pt x="10738" y="4263"/>
                  </a:lnTo>
                  <a:lnTo>
                    <a:pt x="10650" y="4125"/>
                  </a:lnTo>
                  <a:lnTo>
                    <a:pt x="10197" y="3773"/>
                  </a:lnTo>
                  <a:lnTo>
                    <a:pt x="10009" y="3572"/>
                  </a:lnTo>
                  <a:lnTo>
                    <a:pt x="9896" y="3408"/>
                  </a:lnTo>
                  <a:lnTo>
                    <a:pt x="9770" y="3257"/>
                  </a:lnTo>
                  <a:lnTo>
                    <a:pt x="9682" y="3232"/>
                  </a:lnTo>
                  <a:lnTo>
                    <a:pt x="9581" y="3207"/>
                  </a:lnTo>
                  <a:lnTo>
                    <a:pt x="9367" y="3207"/>
                  </a:lnTo>
                  <a:lnTo>
                    <a:pt x="9267" y="3257"/>
                  </a:lnTo>
                  <a:lnTo>
                    <a:pt x="9217" y="3282"/>
                  </a:lnTo>
                  <a:lnTo>
                    <a:pt x="9129" y="3270"/>
                  </a:lnTo>
                  <a:lnTo>
                    <a:pt x="9028" y="3144"/>
                  </a:lnTo>
                  <a:lnTo>
                    <a:pt x="9003" y="3056"/>
                  </a:lnTo>
                  <a:lnTo>
                    <a:pt x="9078" y="2830"/>
                  </a:lnTo>
                  <a:lnTo>
                    <a:pt x="9166" y="2717"/>
                  </a:lnTo>
                  <a:lnTo>
                    <a:pt x="9091" y="2704"/>
                  </a:lnTo>
                  <a:lnTo>
                    <a:pt x="8990" y="2754"/>
                  </a:lnTo>
                  <a:lnTo>
                    <a:pt x="8940" y="2855"/>
                  </a:lnTo>
                  <a:lnTo>
                    <a:pt x="8852" y="2955"/>
                  </a:lnTo>
                  <a:lnTo>
                    <a:pt x="8776" y="2968"/>
                  </a:lnTo>
                  <a:lnTo>
                    <a:pt x="8701" y="2955"/>
                  </a:lnTo>
                  <a:lnTo>
                    <a:pt x="8600" y="2830"/>
                  </a:lnTo>
                  <a:lnTo>
                    <a:pt x="8550" y="2490"/>
                  </a:lnTo>
                  <a:lnTo>
                    <a:pt x="8563" y="2264"/>
                  </a:lnTo>
                  <a:lnTo>
                    <a:pt x="8575" y="2163"/>
                  </a:lnTo>
                  <a:lnTo>
                    <a:pt x="8538" y="2063"/>
                  </a:lnTo>
                  <a:lnTo>
                    <a:pt x="8412" y="2038"/>
                  </a:lnTo>
                  <a:lnTo>
                    <a:pt x="8299" y="2088"/>
                  </a:lnTo>
                  <a:lnTo>
                    <a:pt x="8198" y="2138"/>
                  </a:lnTo>
                  <a:lnTo>
                    <a:pt x="8097" y="2188"/>
                  </a:lnTo>
                  <a:lnTo>
                    <a:pt x="8009" y="2151"/>
                  </a:lnTo>
                  <a:lnTo>
                    <a:pt x="7959" y="2088"/>
                  </a:lnTo>
                  <a:lnTo>
                    <a:pt x="7896" y="2025"/>
                  </a:lnTo>
                  <a:lnTo>
                    <a:pt x="7758" y="2038"/>
                  </a:lnTo>
                  <a:lnTo>
                    <a:pt x="7569" y="2163"/>
                  </a:lnTo>
                  <a:lnTo>
                    <a:pt x="7456" y="2214"/>
                  </a:lnTo>
                  <a:lnTo>
                    <a:pt x="7356" y="2214"/>
                  </a:lnTo>
                  <a:lnTo>
                    <a:pt x="7230" y="2088"/>
                  </a:lnTo>
                  <a:lnTo>
                    <a:pt x="7192" y="2038"/>
                  </a:lnTo>
                  <a:lnTo>
                    <a:pt x="7092" y="2038"/>
                  </a:lnTo>
                  <a:lnTo>
                    <a:pt x="6727" y="2138"/>
                  </a:lnTo>
                  <a:lnTo>
                    <a:pt x="6652" y="2126"/>
                  </a:lnTo>
                  <a:lnTo>
                    <a:pt x="6652" y="2075"/>
                  </a:lnTo>
                  <a:lnTo>
                    <a:pt x="6790" y="1874"/>
                  </a:lnTo>
                  <a:lnTo>
                    <a:pt x="6903" y="1811"/>
                  </a:lnTo>
                  <a:lnTo>
                    <a:pt x="7016" y="1761"/>
                  </a:lnTo>
                  <a:lnTo>
                    <a:pt x="7104" y="1686"/>
                  </a:lnTo>
                  <a:lnTo>
                    <a:pt x="7054" y="1660"/>
                  </a:lnTo>
                  <a:lnTo>
                    <a:pt x="6978" y="1648"/>
                  </a:lnTo>
                  <a:lnTo>
                    <a:pt x="6815" y="1660"/>
                  </a:lnTo>
                  <a:lnTo>
                    <a:pt x="6551" y="1774"/>
                  </a:lnTo>
                  <a:lnTo>
                    <a:pt x="6375" y="1811"/>
                  </a:lnTo>
                  <a:lnTo>
                    <a:pt x="6287" y="1811"/>
                  </a:lnTo>
                  <a:lnTo>
                    <a:pt x="6186" y="1786"/>
                  </a:lnTo>
                  <a:lnTo>
                    <a:pt x="6111" y="1660"/>
                  </a:lnTo>
                  <a:lnTo>
                    <a:pt x="5998" y="1585"/>
                  </a:lnTo>
                  <a:lnTo>
                    <a:pt x="5922" y="1535"/>
                  </a:lnTo>
                  <a:lnTo>
                    <a:pt x="5809" y="1371"/>
                  </a:lnTo>
                  <a:lnTo>
                    <a:pt x="5709" y="1057"/>
                  </a:lnTo>
                  <a:lnTo>
                    <a:pt x="5696" y="856"/>
                  </a:lnTo>
                  <a:lnTo>
                    <a:pt x="5683" y="617"/>
                  </a:lnTo>
                  <a:lnTo>
                    <a:pt x="5608" y="202"/>
                  </a:lnTo>
                  <a:lnTo>
                    <a:pt x="5520" y="13"/>
                  </a:lnTo>
                  <a:lnTo>
                    <a:pt x="547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451;p20">
              <a:extLst>
                <a:ext uri="{FF2B5EF4-FFF2-40B4-BE49-F238E27FC236}">
                  <a16:creationId xmlns:a16="http://schemas.microsoft.com/office/drawing/2014/main" id="{CA616CE0-A960-F57D-D375-10C1C8A23B1E}"/>
                </a:ext>
              </a:extLst>
            </p:cNvPr>
            <p:cNvSpPr/>
            <p:nvPr/>
          </p:nvSpPr>
          <p:spPr>
            <a:xfrm>
              <a:off x="3113027" y="3732498"/>
              <a:ext cx="98763" cy="40370"/>
            </a:xfrm>
            <a:custGeom>
              <a:avLst/>
              <a:gdLst/>
              <a:ahLst/>
              <a:cxnLst/>
              <a:rect l="l" t="t" r="r" b="b"/>
              <a:pathLst>
                <a:path w="1233" h="504" extrusionOk="0">
                  <a:moveTo>
                    <a:pt x="1182" y="1"/>
                  </a:moveTo>
                  <a:lnTo>
                    <a:pt x="1019" y="26"/>
                  </a:lnTo>
                  <a:lnTo>
                    <a:pt x="843" y="126"/>
                  </a:lnTo>
                  <a:lnTo>
                    <a:pt x="478" y="277"/>
                  </a:lnTo>
                  <a:lnTo>
                    <a:pt x="365" y="265"/>
                  </a:lnTo>
                  <a:lnTo>
                    <a:pt x="214" y="240"/>
                  </a:lnTo>
                  <a:lnTo>
                    <a:pt x="38" y="164"/>
                  </a:lnTo>
                  <a:lnTo>
                    <a:pt x="0" y="202"/>
                  </a:lnTo>
                  <a:lnTo>
                    <a:pt x="0" y="265"/>
                  </a:lnTo>
                  <a:lnTo>
                    <a:pt x="151" y="403"/>
                  </a:lnTo>
                  <a:lnTo>
                    <a:pt x="315" y="441"/>
                  </a:lnTo>
                  <a:lnTo>
                    <a:pt x="579" y="441"/>
                  </a:lnTo>
                  <a:lnTo>
                    <a:pt x="793" y="428"/>
                  </a:lnTo>
                  <a:lnTo>
                    <a:pt x="931" y="453"/>
                  </a:lnTo>
                  <a:lnTo>
                    <a:pt x="1044" y="504"/>
                  </a:lnTo>
                  <a:lnTo>
                    <a:pt x="1057" y="478"/>
                  </a:lnTo>
                  <a:lnTo>
                    <a:pt x="1057" y="428"/>
                  </a:lnTo>
                  <a:lnTo>
                    <a:pt x="1057" y="315"/>
                  </a:lnTo>
                  <a:lnTo>
                    <a:pt x="1182" y="189"/>
                  </a:lnTo>
                  <a:lnTo>
                    <a:pt x="1233" y="101"/>
                  </a:lnTo>
                  <a:lnTo>
                    <a:pt x="1233" y="51"/>
                  </a:lnTo>
                  <a:lnTo>
                    <a:pt x="118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452;p20">
              <a:extLst>
                <a:ext uri="{FF2B5EF4-FFF2-40B4-BE49-F238E27FC236}">
                  <a16:creationId xmlns:a16="http://schemas.microsoft.com/office/drawing/2014/main" id="{8E34C493-F211-76E4-D4F5-3A5DE26E86E4}"/>
                </a:ext>
              </a:extLst>
            </p:cNvPr>
            <p:cNvSpPr/>
            <p:nvPr/>
          </p:nvSpPr>
          <p:spPr>
            <a:xfrm>
              <a:off x="3256007" y="3673063"/>
              <a:ext cx="23309" cy="84746"/>
            </a:xfrm>
            <a:custGeom>
              <a:avLst/>
              <a:gdLst/>
              <a:ahLst/>
              <a:cxnLst/>
              <a:rect l="l" t="t" r="r" b="b"/>
              <a:pathLst>
                <a:path w="291" h="1058" extrusionOk="0">
                  <a:moveTo>
                    <a:pt x="114" y="1"/>
                  </a:moveTo>
                  <a:lnTo>
                    <a:pt x="76" y="39"/>
                  </a:lnTo>
                  <a:lnTo>
                    <a:pt x="13" y="152"/>
                  </a:lnTo>
                  <a:lnTo>
                    <a:pt x="26" y="529"/>
                  </a:lnTo>
                  <a:lnTo>
                    <a:pt x="13" y="780"/>
                  </a:lnTo>
                  <a:lnTo>
                    <a:pt x="1" y="894"/>
                  </a:lnTo>
                  <a:lnTo>
                    <a:pt x="39" y="1019"/>
                  </a:lnTo>
                  <a:lnTo>
                    <a:pt x="164" y="1057"/>
                  </a:lnTo>
                  <a:lnTo>
                    <a:pt x="215" y="1057"/>
                  </a:lnTo>
                  <a:lnTo>
                    <a:pt x="252" y="1032"/>
                  </a:lnTo>
                  <a:lnTo>
                    <a:pt x="215" y="906"/>
                  </a:lnTo>
                  <a:lnTo>
                    <a:pt x="177" y="818"/>
                  </a:lnTo>
                  <a:lnTo>
                    <a:pt x="190" y="529"/>
                  </a:lnTo>
                  <a:lnTo>
                    <a:pt x="252" y="378"/>
                  </a:lnTo>
                  <a:lnTo>
                    <a:pt x="290" y="290"/>
                  </a:lnTo>
                  <a:lnTo>
                    <a:pt x="278" y="139"/>
                  </a:lnTo>
                  <a:lnTo>
                    <a:pt x="215" y="26"/>
                  </a:lnTo>
                  <a:lnTo>
                    <a:pt x="11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453;p20">
              <a:extLst>
                <a:ext uri="{FF2B5EF4-FFF2-40B4-BE49-F238E27FC236}">
                  <a16:creationId xmlns:a16="http://schemas.microsoft.com/office/drawing/2014/main" id="{43122266-3F07-C3EF-D92D-8221579CFD8C}"/>
                </a:ext>
              </a:extLst>
            </p:cNvPr>
            <p:cNvSpPr/>
            <p:nvPr/>
          </p:nvSpPr>
          <p:spPr>
            <a:xfrm>
              <a:off x="3297339" y="3701259"/>
              <a:ext cx="23229" cy="51504"/>
            </a:xfrm>
            <a:custGeom>
              <a:avLst/>
              <a:gdLst/>
              <a:ahLst/>
              <a:cxnLst/>
              <a:rect l="l" t="t" r="r" b="b"/>
              <a:pathLst>
                <a:path w="290" h="643" extrusionOk="0">
                  <a:moveTo>
                    <a:pt x="151" y="1"/>
                  </a:moveTo>
                  <a:lnTo>
                    <a:pt x="63" y="114"/>
                  </a:lnTo>
                  <a:lnTo>
                    <a:pt x="26" y="202"/>
                  </a:lnTo>
                  <a:lnTo>
                    <a:pt x="0" y="366"/>
                  </a:lnTo>
                  <a:lnTo>
                    <a:pt x="51" y="567"/>
                  </a:lnTo>
                  <a:lnTo>
                    <a:pt x="63" y="592"/>
                  </a:lnTo>
                  <a:lnTo>
                    <a:pt x="88" y="642"/>
                  </a:lnTo>
                  <a:lnTo>
                    <a:pt x="126" y="630"/>
                  </a:lnTo>
                  <a:lnTo>
                    <a:pt x="189" y="491"/>
                  </a:lnTo>
                  <a:lnTo>
                    <a:pt x="239" y="391"/>
                  </a:lnTo>
                  <a:lnTo>
                    <a:pt x="290" y="328"/>
                  </a:lnTo>
                  <a:lnTo>
                    <a:pt x="252" y="215"/>
                  </a:lnTo>
                  <a:lnTo>
                    <a:pt x="239" y="114"/>
                  </a:lnTo>
                  <a:lnTo>
                    <a:pt x="239" y="26"/>
                  </a:lnTo>
                  <a:lnTo>
                    <a:pt x="15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454;p20">
              <a:extLst>
                <a:ext uri="{FF2B5EF4-FFF2-40B4-BE49-F238E27FC236}">
                  <a16:creationId xmlns:a16="http://schemas.microsoft.com/office/drawing/2014/main" id="{1E85A1D6-1430-0D2F-0875-E4EC35B5BE25}"/>
                </a:ext>
              </a:extLst>
            </p:cNvPr>
            <p:cNvSpPr/>
            <p:nvPr/>
          </p:nvSpPr>
          <p:spPr>
            <a:xfrm>
              <a:off x="3285244" y="3302436"/>
              <a:ext cx="215629" cy="295168"/>
            </a:xfrm>
            <a:custGeom>
              <a:avLst/>
              <a:gdLst/>
              <a:ahLst/>
              <a:cxnLst/>
              <a:rect l="l" t="t" r="r" b="b"/>
              <a:pathLst>
                <a:path w="2692" h="3685" extrusionOk="0">
                  <a:moveTo>
                    <a:pt x="277" y="1"/>
                  </a:moveTo>
                  <a:lnTo>
                    <a:pt x="189" y="189"/>
                  </a:lnTo>
                  <a:lnTo>
                    <a:pt x="101" y="453"/>
                  </a:lnTo>
                  <a:lnTo>
                    <a:pt x="63" y="592"/>
                  </a:lnTo>
                  <a:lnTo>
                    <a:pt x="38" y="881"/>
                  </a:lnTo>
                  <a:lnTo>
                    <a:pt x="101" y="1321"/>
                  </a:lnTo>
                  <a:lnTo>
                    <a:pt x="151" y="1660"/>
                  </a:lnTo>
                  <a:lnTo>
                    <a:pt x="189" y="1962"/>
                  </a:lnTo>
                  <a:lnTo>
                    <a:pt x="151" y="2239"/>
                  </a:lnTo>
                  <a:lnTo>
                    <a:pt x="63" y="2365"/>
                  </a:lnTo>
                  <a:lnTo>
                    <a:pt x="26" y="2453"/>
                  </a:lnTo>
                  <a:lnTo>
                    <a:pt x="51" y="2616"/>
                  </a:lnTo>
                  <a:lnTo>
                    <a:pt x="126" y="2780"/>
                  </a:lnTo>
                  <a:lnTo>
                    <a:pt x="151" y="2968"/>
                  </a:lnTo>
                  <a:lnTo>
                    <a:pt x="114" y="3056"/>
                  </a:lnTo>
                  <a:lnTo>
                    <a:pt x="26" y="3270"/>
                  </a:lnTo>
                  <a:lnTo>
                    <a:pt x="38" y="3622"/>
                  </a:lnTo>
                  <a:lnTo>
                    <a:pt x="38" y="3660"/>
                  </a:lnTo>
                  <a:lnTo>
                    <a:pt x="1" y="3685"/>
                  </a:lnTo>
                  <a:lnTo>
                    <a:pt x="441" y="3496"/>
                  </a:lnTo>
                  <a:lnTo>
                    <a:pt x="566" y="3433"/>
                  </a:lnTo>
                  <a:lnTo>
                    <a:pt x="667" y="3295"/>
                  </a:lnTo>
                  <a:lnTo>
                    <a:pt x="730" y="3169"/>
                  </a:lnTo>
                  <a:lnTo>
                    <a:pt x="856" y="3106"/>
                  </a:lnTo>
                  <a:lnTo>
                    <a:pt x="1006" y="3132"/>
                  </a:lnTo>
                  <a:lnTo>
                    <a:pt x="1157" y="3157"/>
                  </a:lnTo>
                  <a:lnTo>
                    <a:pt x="1321" y="3094"/>
                  </a:lnTo>
                  <a:lnTo>
                    <a:pt x="1409" y="2868"/>
                  </a:lnTo>
                  <a:lnTo>
                    <a:pt x="1497" y="2742"/>
                  </a:lnTo>
                  <a:lnTo>
                    <a:pt x="1610" y="2666"/>
                  </a:lnTo>
                  <a:lnTo>
                    <a:pt x="1773" y="2729"/>
                  </a:lnTo>
                  <a:lnTo>
                    <a:pt x="1849" y="2754"/>
                  </a:lnTo>
                  <a:lnTo>
                    <a:pt x="1924" y="2717"/>
                  </a:lnTo>
                  <a:lnTo>
                    <a:pt x="1987" y="2541"/>
                  </a:lnTo>
                  <a:lnTo>
                    <a:pt x="2050" y="2453"/>
                  </a:lnTo>
                  <a:lnTo>
                    <a:pt x="2113" y="2440"/>
                  </a:lnTo>
                  <a:lnTo>
                    <a:pt x="2163" y="2478"/>
                  </a:lnTo>
                  <a:lnTo>
                    <a:pt x="2188" y="2692"/>
                  </a:lnTo>
                  <a:lnTo>
                    <a:pt x="2163" y="2968"/>
                  </a:lnTo>
                  <a:lnTo>
                    <a:pt x="2163" y="3119"/>
                  </a:lnTo>
                  <a:lnTo>
                    <a:pt x="2188" y="3144"/>
                  </a:lnTo>
                  <a:lnTo>
                    <a:pt x="2213" y="3132"/>
                  </a:lnTo>
                  <a:lnTo>
                    <a:pt x="2264" y="3069"/>
                  </a:lnTo>
                  <a:lnTo>
                    <a:pt x="2302" y="2855"/>
                  </a:lnTo>
                  <a:lnTo>
                    <a:pt x="2327" y="2616"/>
                  </a:lnTo>
                  <a:lnTo>
                    <a:pt x="2364" y="2427"/>
                  </a:lnTo>
                  <a:lnTo>
                    <a:pt x="2402" y="2390"/>
                  </a:lnTo>
                  <a:lnTo>
                    <a:pt x="2490" y="2352"/>
                  </a:lnTo>
                  <a:lnTo>
                    <a:pt x="2540" y="2189"/>
                  </a:lnTo>
                  <a:lnTo>
                    <a:pt x="2540" y="1962"/>
                  </a:lnTo>
                  <a:lnTo>
                    <a:pt x="2566" y="1761"/>
                  </a:lnTo>
                  <a:lnTo>
                    <a:pt x="2628" y="1749"/>
                  </a:lnTo>
                  <a:lnTo>
                    <a:pt x="2679" y="1723"/>
                  </a:lnTo>
                  <a:lnTo>
                    <a:pt x="2691" y="1686"/>
                  </a:lnTo>
                  <a:lnTo>
                    <a:pt x="2666" y="1610"/>
                  </a:lnTo>
                  <a:lnTo>
                    <a:pt x="2603" y="1572"/>
                  </a:lnTo>
                  <a:lnTo>
                    <a:pt x="2528" y="1572"/>
                  </a:lnTo>
                  <a:lnTo>
                    <a:pt x="2490" y="1598"/>
                  </a:lnTo>
                  <a:lnTo>
                    <a:pt x="2427" y="1660"/>
                  </a:lnTo>
                  <a:lnTo>
                    <a:pt x="2289" y="1598"/>
                  </a:lnTo>
                  <a:lnTo>
                    <a:pt x="2239" y="1472"/>
                  </a:lnTo>
                  <a:lnTo>
                    <a:pt x="2176" y="1384"/>
                  </a:lnTo>
                  <a:lnTo>
                    <a:pt x="2100" y="1321"/>
                  </a:lnTo>
                  <a:lnTo>
                    <a:pt x="2125" y="1208"/>
                  </a:lnTo>
                  <a:lnTo>
                    <a:pt x="2163" y="1057"/>
                  </a:lnTo>
                  <a:lnTo>
                    <a:pt x="2113" y="881"/>
                  </a:lnTo>
                  <a:lnTo>
                    <a:pt x="1987" y="868"/>
                  </a:lnTo>
                  <a:lnTo>
                    <a:pt x="1874" y="906"/>
                  </a:lnTo>
                  <a:lnTo>
                    <a:pt x="1761" y="956"/>
                  </a:lnTo>
                  <a:lnTo>
                    <a:pt x="1635" y="1095"/>
                  </a:lnTo>
                  <a:lnTo>
                    <a:pt x="1585" y="1220"/>
                  </a:lnTo>
                  <a:lnTo>
                    <a:pt x="1522" y="1283"/>
                  </a:lnTo>
                  <a:lnTo>
                    <a:pt x="1472" y="1258"/>
                  </a:lnTo>
                  <a:lnTo>
                    <a:pt x="1396" y="1246"/>
                  </a:lnTo>
                  <a:lnTo>
                    <a:pt x="1258" y="1321"/>
                  </a:lnTo>
                  <a:lnTo>
                    <a:pt x="1132" y="1409"/>
                  </a:lnTo>
                  <a:lnTo>
                    <a:pt x="1032" y="1447"/>
                  </a:lnTo>
                  <a:lnTo>
                    <a:pt x="994" y="1409"/>
                  </a:lnTo>
                  <a:lnTo>
                    <a:pt x="918" y="1334"/>
                  </a:lnTo>
                  <a:lnTo>
                    <a:pt x="805" y="1321"/>
                  </a:lnTo>
                  <a:lnTo>
                    <a:pt x="768" y="1271"/>
                  </a:lnTo>
                  <a:lnTo>
                    <a:pt x="780" y="1220"/>
                  </a:lnTo>
                  <a:lnTo>
                    <a:pt x="805" y="1095"/>
                  </a:lnTo>
                  <a:lnTo>
                    <a:pt x="755" y="1019"/>
                  </a:lnTo>
                  <a:lnTo>
                    <a:pt x="642" y="1019"/>
                  </a:lnTo>
                  <a:lnTo>
                    <a:pt x="592" y="1032"/>
                  </a:lnTo>
                  <a:lnTo>
                    <a:pt x="529" y="1158"/>
                  </a:lnTo>
                  <a:lnTo>
                    <a:pt x="516" y="1396"/>
                  </a:lnTo>
                  <a:lnTo>
                    <a:pt x="491" y="1484"/>
                  </a:lnTo>
                  <a:lnTo>
                    <a:pt x="441" y="1472"/>
                  </a:lnTo>
                  <a:lnTo>
                    <a:pt x="390" y="1145"/>
                  </a:lnTo>
                  <a:lnTo>
                    <a:pt x="365" y="919"/>
                  </a:lnTo>
                  <a:lnTo>
                    <a:pt x="365" y="717"/>
                  </a:lnTo>
                  <a:lnTo>
                    <a:pt x="415" y="328"/>
                  </a:lnTo>
                  <a:lnTo>
                    <a:pt x="365" y="127"/>
                  </a:lnTo>
                  <a:lnTo>
                    <a:pt x="340" y="39"/>
                  </a:lnTo>
                  <a:lnTo>
                    <a:pt x="27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455;p20">
              <a:extLst>
                <a:ext uri="{FF2B5EF4-FFF2-40B4-BE49-F238E27FC236}">
                  <a16:creationId xmlns:a16="http://schemas.microsoft.com/office/drawing/2014/main" id="{1611D41F-644E-004E-1507-B30A23F23AF6}"/>
                </a:ext>
              </a:extLst>
            </p:cNvPr>
            <p:cNvSpPr/>
            <p:nvPr/>
          </p:nvSpPr>
          <p:spPr>
            <a:xfrm>
              <a:off x="3031484" y="3538093"/>
              <a:ext cx="122873" cy="31319"/>
            </a:xfrm>
            <a:custGeom>
              <a:avLst/>
              <a:gdLst/>
              <a:ahLst/>
              <a:cxnLst/>
              <a:rect l="l" t="t" r="r" b="b"/>
              <a:pathLst>
                <a:path w="1534" h="391" extrusionOk="0">
                  <a:moveTo>
                    <a:pt x="390" y="1"/>
                  </a:moveTo>
                  <a:lnTo>
                    <a:pt x="214" y="51"/>
                  </a:lnTo>
                  <a:lnTo>
                    <a:pt x="25" y="177"/>
                  </a:lnTo>
                  <a:lnTo>
                    <a:pt x="0" y="202"/>
                  </a:lnTo>
                  <a:lnTo>
                    <a:pt x="38" y="240"/>
                  </a:lnTo>
                  <a:lnTo>
                    <a:pt x="264" y="353"/>
                  </a:lnTo>
                  <a:lnTo>
                    <a:pt x="440" y="391"/>
                  </a:lnTo>
                  <a:lnTo>
                    <a:pt x="528" y="366"/>
                  </a:lnTo>
                  <a:lnTo>
                    <a:pt x="704" y="328"/>
                  </a:lnTo>
                  <a:lnTo>
                    <a:pt x="1069" y="366"/>
                  </a:lnTo>
                  <a:lnTo>
                    <a:pt x="1320" y="366"/>
                  </a:lnTo>
                  <a:lnTo>
                    <a:pt x="1446" y="353"/>
                  </a:lnTo>
                  <a:lnTo>
                    <a:pt x="1534" y="278"/>
                  </a:lnTo>
                  <a:lnTo>
                    <a:pt x="1459" y="190"/>
                  </a:lnTo>
                  <a:lnTo>
                    <a:pt x="1257" y="127"/>
                  </a:lnTo>
                  <a:lnTo>
                    <a:pt x="1132" y="102"/>
                  </a:lnTo>
                  <a:lnTo>
                    <a:pt x="742" y="76"/>
                  </a:lnTo>
                  <a:lnTo>
                    <a:pt x="478" y="14"/>
                  </a:lnTo>
                  <a:lnTo>
                    <a:pt x="39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456;p20">
              <a:extLst>
                <a:ext uri="{FF2B5EF4-FFF2-40B4-BE49-F238E27FC236}">
                  <a16:creationId xmlns:a16="http://schemas.microsoft.com/office/drawing/2014/main" id="{59B74634-EC37-80FE-C5F2-946956E9CECB}"/>
                </a:ext>
              </a:extLst>
            </p:cNvPr>
            <p:cNvSpPr/>
            <p:nvPr/>
          </p:nvSpPr>
          <p:spPr>
            <a:xfrm>
              <a:off x="1334386" y="2111012"/>
              <a:ext cx="363654" cy="369662"/>
            </a:xfrm>
            <a:custGeom>
              <a:avLst/>
              <a:gdLst/>
              <a:ahLst/>
              <a:cxnLst/>
              <a:rect l="l" t="t" r="r" b="b"/>
              <a:pathLst>
                <a:path w="4540" h="4615" extrusionOk="0">
                  <a:moveTo>
                    <a:pt x="1522" y="0"/>
                  </a:moveTo>
                  <a:lnTo>
                    <a:pt x="1208" y="76"/>
                  </a:lnTo>
                  <a:lnTo>
                    <a:pt x="881" y="239"/>
                  </a:lnTo>
                  <a:lnTo>
                    <a:pt x="730" y="378"/>
                  </a:lnTo>
                  <a:lnTo>
                    <a:pt x="504" y="579"/>
                  </a:lnTo>
                  <a:lnTo>
                    <a:pt x="428" y="591"/>
                  </a:lnTo>
                  <a:lnTo>
                    <a:pt x="390" y="717"/>
                  </a:lnTo>
                  <a:lnTo>
                    <a:pt x="340" y="855"/>
                  </a:lnTo>
                  <a:lnTo>
                    <a:pt x="390" y="943"/>
                  </a:lnTo>
                  <a:lnTo>
                    <a:pt x="504" y="1057"/>
                  </a:lnTo>
                  <a:lnTo>
                    <a:pt x="667" y="1170"/>
                  </a:lnTo>
                  <a:lnTo>
                    <a:pt x="881" y="1258"/>
                  </a:lnTo>
                  <a:lnTo>
                    <a:pt x="931" y="1333"/>
                  </a:lnTo>
                  <a:lnTo>
                    <a:pt x="919" y="1396"/>
                  </a:lnTo>
                  <a:lnTo>
                    <a:pt x="868" y="1459"/>
                  </a:lnTo>
                  <a:lnTo>
                    <a:pt x="705" y="1471"/>
                  </a:lnTo>
                  <a:lnTo>
                    <a:pt x="365" y="1409"/>
                  </a:lnTo>
                  <a:lnTo>
                    <a:pt x="189" y="1396"/>
                  </a:lnTo>
                  <a:lnTo>
                    <a:pt x="139" y="1421"/>
                  </a:lnTo>
                  <a:lnTo>
                    <a:pt x="189" y="1559"/>
                  </a:lnTo>
                  <a:lnTo>
                    <a:pt x="504" y="1823"/>
                  </a:lnTo>
                  <a:lnTo>
                    <a:pt x="780" y="1937"/>
                  </a:lnTo>
                  <a:lnTo>
                    <a:pt x="1032" y="2037"/>
                  </a:lnTo>
                  <a:lnTo>
                    <a:pt x="1384" y="2314"/>
                  </a:lnTo>
                  <a:lnTo>
                    <a:pt x="1510" y="2465"/>
                  </a:lnTo>
                  <a:lnTo>
                    <a:pt x="1560" y="2528"/>
                  </a:lnTo>
                  <a:lnTo>
                    <a:pt x="1547" y="2641"/>
                  </a:lnTo>
                  <a:lnTo>
                    <a:pt x="1447" y="2716"/>
                  </a:lnTo>
                  <a:lnTo>
                    <a:pt x="1258" y="2741"/>
                  </a:lnTo>
                  <a:lnTo>
                    <a:pt x="1132" y="2716"/>
                  </a:lnTo>
                  <a:lnTo>
                    <a:pt x="906" y="2666"/>
                  </a:lnTo>
                  <a:lnTo>
                    <a:pt x="516" y="2490"/>
                  </a:lnTo>
                  <a:lnTo>
                    <a:pt x="340" y="2352"/>
                  </a:lnTo>
                  <a:lnTo>
                    <a:pt x="252" y="2276"/>
                  </a:lnTo>
                  <a:lnTo>
                    <a:pt x="139" y="2264"/>
                  </a:lnTo>
                  <a:lnTo>
                    <a:pt x="51" y="2402"/>
                  </a:lnTo>
                  <a:lnTo>
                    <a:pt x="13" y="2565"/>
                  </a:lnTo>
                  <a:lnTo>
                    <a:pt x="1" y="2666"/>
                  </a:lnTo>
                  <a:lnTo>
                    <a:pt x="51" y="2842"/>
                  </a:lnTo>
                  <a:lnTo>
                    <a:pt x="177" y="3005"/>
                  </a:lnTo>
                  <a:lnTo>
                    <a:pt x="378" y="3131"/>
                  </a:lnTo>
                  <a:lnTo>
                    <a:pt x="491" y="3169"/>
                  </a:lnTo>
                  <a:lnTo>
                    <a:pt x="680" y="3219"/>
                  </a:lnTo>
                  <a:lnTo>
                    <a:pt x="768" y="3345"/>
                  </a:lnTo>
                  <a:lnTo>
                    <a:pt x="768" y="3357"/>
                  </a:lnTo>
                  <a:lnTo>
                    <a:pt x="680" y="3559"/>
                  </a:lnTo>
                  <a:lnTo>
                    <a:pt x="692" y="3810"/>
                  </a:lnTo>
                  <a:lnTo>
                    <a:pt x="1007" y="3999"/>
                  </a:lnTo>
                  <a:lnTo>
                    <a:pt x="1409" y="4099"/>
                  </a:lnTo>
                  <a:lnTo>
                    <a:pt x="1623" y="4137"/>
                  </a:lnTo>
                  <a:lnTo>
                    <a:pt x="1950" y="4137"/>
                  </a:lnTo>
                  <a:lnTo>
                    <a:pt x="2327" y="4011"/>
                  </a:lnTo>
                  <a:lnTo>
                    <a:pt x="2591" y="3974"/>
                  </a:lnTo>
                  <a:lnTo>
                    <a:pt x="2729" y="3974"/>
                  </a:lnTo>
                  <a:lnTo>
                    <a:pt x="2955" y="3999"/>
                  </a:lnTo>
                  <a:lnTo>
                    <a:pt x="3144" y="4099"/>
                  </a:lnTo>
                  <a:lnTo>
                    <a:pt x="3308" y="4275"/>
                  </a:lnTo>
                  <a:lnTo>
                    <a:pt x="3396" y="4401"/>
                  </a:lnTo>
                  <a:lnTo>
                    <a:pt x="3471" y="4514"/>
                  </a:lnTo>
                  <a:lnTo>
                    <a:pt x="3647" y="4615"/>
                  </a:lnTo>
                  <a:lnTo>
                    <a:pt x="3898" y="4577"/>
                  </a:lnTo>
                  <a:lnTo>
                    <a:pt x="4012" y="4477"/>
                  </a:lnTo>
                  <a:lnTo>
                    <a:pt x="4049" y="4414"/>
                  </a:lnTo>
                  <a:lnTo>
                    <a:pt x="4062" y="4300"/>
                  </a:lnTo>
                  <a:lnTo>
                    <a:pt x="4012" y="4112"/>
                  </a:lnTo>
                  <a:lnTo>
                    <a:pt x="3999" y="3986"/>
                  </a:lnTo>
                  <a:lnTo>
                    <a:pt x="3999" y="3948"/>
                  </a:lnTo>
                  <a:lnTo>
                    <a:pt x="4074" y="3923"/>
                  </a:lnTo>
                  <a:lnTo>
                    <a:pt x="4288" y="3961"/>
                  </a:lnTo>
                  <a:lnTo>
                    <a:pt x="4464" y="3948"/>
                  </a:lnTo>
                  <a:lnTo>
                    <a:pt x="4502" y="3936"/>
                  </a:lnTo>
                  <a:lnTo>
                    <a:pt x="4540" y="3886"/>
                  </a:lnTo>
                  <a:lnTo>
                    <a:pt x="4502" y="3772"/>
                  </a:lnTo>
                  <a:lnTo>
                    <a:pt x="4238" y="3395"/>
                  </a:lnTo>
                  <a:lnTo>
                    <a:pt x="4062" y="3043"/>
                  </a:lnTo>
                  <a:lnTo>
                    <a:pt x="3911" y="2754"/>
                  </a:lnTo>
                  <a:lnTo>
                    <a:pt x="3760" y="2440"/>
                  </a:lnTo>
                  <a:lnTo>
                    <a:pt x="3760" y="2062"/>
                  </a:lnTo>
                  <a:lnTo>
                    <a:pt x="3823" y="1748"/>
                  </a:lnTo>
                  <a:lnTo>
                    <a:pt x="3911" y="1195"/>
                  </a:lnTo>
                  <a:lnTo>
                    <a:pt x="3898" y="981"/>
                  </a:lnTo>
                  <a:lnTo>
                    <a:pt x="3949" y="956"/>
                  </a:lnTo>
                  <a:lnTo>
                    <a:pt x="4037" y="931"/>
                  </a:lnTo>
                  <a:lnTo>
                    <a:pt x="4125" y="880"/>
                  </a:lnTo>
                  <a:lnTo>
                    <a:pt x="4200" y="755"/>
                  </a:lnTo>
                  <a:lnTo>
                    <a:pt x="4175" y="616"/>
                  </a:lnTo>
                  <a:lnTo>
                    <a:pt x="4037" y="478"/>
                  </a:lnTo>
                  <a:lnTo>
                    <a:pt x="3924" y="428"/>
                  </a:lnTo>
                  <a:lnTo>
                    <a:pt x="3823" y="390"/>
                  </a:lnTo>
                  <a:lnTo>
                    <a:pt x="3722" y="478"/>
                  </a:lnTo>
                  <a:lnTo>
                    <a:pt x="3672" y="616"/>
                  </a:lnTo>
                  <a:lnTo>
                    <a:pt x="3584" y="692"/>
                  </a:lnTo>
                  <a:lnTo>
                    <a:pt x="3484" y="654"/>
                  </a:lnTo>
                  <a:lnTo>
                    <a:pt x="3421" y="629"/>
                  </a:lnTo>
                  <a:lnTo>
                    <a:pt x="3345" y="654"/>
                  </a:lnTo>
                  <a:lnTo>
                    <a:pt x="3270" y="830"/>
                  </a:lnTo>
                  <a:lnTo>
                    <a:pt x="3194" y="1396"/>
                  </a:lnTo>
                  <a:lnTo>
                    <a:pt x="3131" y="1685"/>
                  </a:lnTo>
                  <a:lnTo>
                    <a:pt x="3081" y="1773"/>
                  </a:lnTo>
                  <a:lnTo>
                    <a:pt x="3006" y="1811"/>
                  </a:lnTo>
                  <a:lnTo>
                    <a:pt x="2918" y="1660"/>
                  </a:lnTo>
                  <a:lnTo>
                    <a:pt x="2880" y="1446"/>
                  </a:lnTo>
                  <a:lnTo>
                    <a:pt x="2855" y="1207"/>
                  </a:lnTo>
                  <a:lnTo>
                    <a:pt x="2830" y="868"/>
                  </a:lnTo>
                  <a:lnTo>
                    <a:pt x="2754" y="730"/>
                  </a:lnTo>
                  <a:lnTo>
                    <a:pt x="2679" y="704"/>
                  </a:lnTo>
                  <a:lnTo>
                    <a:pt x="2616" y="704"/>
                  </a:lnTo>
                  <a:lnTo>
                    <a:pt x="2515" y="792"/>
                  </a:lnTo>
                  <a:lnTo>
                    <a:pt x="2415" y="981"/>
                  </a:lnTo>
                  <a:lnTo>
                    <a:pt x="2314" y="1031"/>
                  </a:lnTo>
                  <a:lnTo>
                    <a:pt x="2226" y="1019"/>
                  </a:lnTo>
                  <a:lnTo>
                    <a:pt x="2163" y="868"/>
                  </a:lnTo>
                  <a:lnTo>
                    <a:pt x="2176" y="730"/>
                  </a:lnTo>
                  <a:lnTo>
                    <a:pt x="2176" y="616"/>
                  </a:lnTo>
                  <a:lnTo>
                    <a:pt x="2063" y="604"/>
                  </a:lnTo>
                  <a:lnTo>
                    <a:pt x="1887" y="642"/>
                  </a:lnTo>
                  <a:lnTo>
                    <a:pt x="1723" y="679"/>
                  </a:lnTo>
                  <a:lnTo>
                    <a:pt x="1598" y="604"/>
                  </a:lnTo>
                  <a:lnTo>
                    <a:pt x="1585" y="453"/>
                  </a:lnTo>
                  <a:lnTo>
                    <a:pt x="1610" y="302"/>
                  </a:lnTo>
                  <a:lnTo>
                    <a:pt x="1736" y="164"/>
                  </a:lnTo>
                  <a:lnTo>
                    <a:pt x="1748" y="76"/>
                  </a:lnTo>
                  <a:lnTo>
                    <a:pt x="1723" y="25"/>
                  </a:lnTo>
                  <a:lnTo>
                    <a:pt x="152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457;p20">
              <a:extLst>
                <a:ext uri="{FF2B5EF4-FFF2-40B4-BE49-F238E27FC236}">
                  <a16:creationId xmlns:a16="http://schemas.microsoft.com/office/drawing/2014/main" id="{2BA15E41-5B84-D503-1D76-9BF664ECB219}"/>
                </a:ext>
              </a:extLst>
            </p:cNvPr>
            <p:cNvSpPr/>
            <p:nvPr/>
          </p:nvSpPr>
          <p:spPr>
            <a:xfrm>
              <a:off x="1697964" y="2142251"/>
              <a:ext cx="117907" cy="184390"/>
            </a:xfrm>
            <a:custGeom>
              <a:avLst/>
              <a:gdLst/>
              <a:ahLst/>
              <a:cxnLst/>
              <a:rect l="l" t="t" r="r" b="b"/>
              <a:pathLst>
                <a:path w="1472" h="2302" extrusionOk="0">
                  <a:moveTo>
                    <a:pt x="1195" y="0"/>
                  </a:moveTo>
                  <a:lnTo>
                    <a:pt x="1095" y="13"/>
                  </a:lnTo>
                  <a:lnTo>
                    <a:pt x="1032" y="63"/>
                  </a:lnTo>
                  <a:lnTo>
                    <a:pt x="931" y="151"/>
                  </a:lnTo>
                  <a:lnTo>
                    <a:pt x="730" y="189"/>
                  </a:lnTo>
                  <a:lnTo>
                    <a:pt x="579" y="201"/>
                  </a:lnTo>
                  <a:lnTo>
                    <a:pt x="504" y="226"/>
                  </a:lnTo>
                  <a:lnTo>
                    <a:pt x="466" y="340"/>
                  </a:lnTo>
                  <a:lnTo>
                    <a:pt x="491" y="516"/>
                  </a:lnTo>
                  <a:lnTo>
                    <a:pt x="479" y="755"/>
                  </a:lnTo>
                  <a:lnTo>
                    <a:pt x="428" y="893"/>
                  </a:lnTo>
                  <a:lnTo>
                    <a:pt x="365" y="1006"/>
                  </a:lnTo>
                  <a:lnTo>
                    <a:pt x="302" y="993"/>
                  </a:lnTo>
                  <a:lnTo>
                    <a:pt x="252" y="830"/>
                  </a:lnTo>
                  <a:lnTo>
                    <a:pt x="177" y="667"/>
                  </a:lnTo>
                  <a:lnTo>
                    <a:pt x="114" y="629"/>
                  </a:lnTo>
                  <a:lnTo>
                    <a:pt x="51" y="629"/>
                  </a:lnTo>
                  <a:lnTo>
                    <a:pt x="1" y="830"/>
                  </a:lnTo>
                  <a:lnTo>
                    <a:pt x="38" y="1157"/>
                  </a:lnTo>
                  <a:lnTo>
                    <a:pt x="177" y="1509"/>
                  </a:lnTo>
                  <a:lnTo>
                    <a:pt x="277" y="1647"/>
                  </a:lnTo>
                  <a:lnTo>
                    <a:pt x="390" y="1773"/>
                  </a:lnTo>
                  <a:lnTo>
                    <a:pt x="491" y="1974"/>
                  </a:lnTo>
                  <a:lnTo>
                    <a:pt x="516" y="2213"/>
                  </a:lnTo>
                  <a:lnTo>
                    <a:pt x="579" y="2288"/>
                  </a:lnTo>
                  <a:lnTo>
                    <a:pt x="629" y="2301"/>
                  </a:lnTo>
                  <a:lnTo>
                    <a:pt x="730" y="2251"/>
                  </a:lnTo>
                  <a:lnTo>
                    <a:pt x="831" y="2087"/>
                  </a:lnTo>
                  <a:lnTo>
                    <a:pt x="856" y="2050"/>
                  </a:lnTo>
                  <a:lnTo>
                    <a:pt x="906" y="1949"/>
                  </a:lnTo>
                  <a:lnTo>
                    <a:pt x="1296" y="1635"/>
                  </a:lnTo>
                  <a:lnTo>
                    <a:pt x="1396" y="1547"/>
                  </a:lnTo>
                  <a:lnTo>
                    <a:pt x="1472" y="1396"/>
                  </a:lnTo>
                  <a:lnTo>
                    <a:pt x="1359" y="1195"/>
                  </a:lnTo>
                  <a:lnTo>
                    <a:pt x="1245" y="1056"/>
                  </a:lnTo>
                  <a:lnTo>
                    <a:pt x="1157" y="943"/>
                  </a:lnTo>
                  <a:lnTo>
                    <a:pt x="1208" y="805"/>
                  </a:lnTo>
                  <a:lnTo>
                    <a:pt x="1334" y="679"/>
                  </a:lnTo>
                  <a:lnTo>
                    <a:pt x="1384" y="604"/>
                  </a:lnTo>
                  <a:lnTo>
                    <a:pt x="1396" y="453"/>
                  </a:lnTo>
                  <a:lnTo>
                    <a:pt x="1308" y="277"/>
                  </a:lnTo>
                  <a:lnTo>
                    <a:pt x="1283" y="189"/>
                  </a:lnTo>
                  <a:lnTo>
                    <a:pt x="1283" y="113"/>
                  </a:lnTo>
                  <a:lnTo>
                    <a:pt x="119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458;p20">
              <a:extLst>
                <a:ext uri="{FF2B5EF4-FFF2-40B4-BE49-F238E27FC236}">
                  <a16:creationId xmlns:a16="http://schemas.microsoft.com/office/drawing/2014/main" id="{DBC4FECE-2439-EA41-EB54-EFC01E4727E0}"/>
                </a:ext>
              </a:extLst>
            </p:cNvPr>
            <p:cNvSpPr/>
            <p:nvPr/>
          </p:nvSpPr>
          <p:spPr>
            <a:xfrm>
              <a:off x="1258850" y="1972998"/>
              <a:ext cx="194483" cy="203534"/>
            </a:xfrm>
            <a:custGeom>
              <a:avLst/>
              <a:gdLst/>
              <a:ahLst/>
              <a:cxnLst/>
              <a:rect l="l" t="t" r="r" b="b"/>
              <a:pathLst>
                <a:path w="2428" h="2541" extrusionOk="0">
                  <a:moveTo>
                    <a:pt x="1069" y="1"/>
                  </a:moveTo>
                  <a:lnTo>
                    <a:pt x="969" y="64"/>
                  </a:lnTo>
                  <a:lnTo>
                    <a:pt x="893" y="215"/>
                  </a:lnTo>
                  <a:lnTo>
                    <a:pt x="843" y="491"/>
                  </a:lnTo>
                  <a:lnTo>
                    <a:pt x="755" y="717"/>
                  </a:lnTo>
                  <a:lnTo>
                    <a:pt x="654" y="755"/>
                  </a:lnTo>
                  <a:lnTo>
                    <a:pt x="541" y="780"/>
                  </a:lnTo>
                  <a:lnTo>
                    <a:pt x="277" y="969"/>
                  </a:lnTo>
                  <a:lnTo>
                    <a:pt x="64" y="1233"/>
                  </a:lnTo>
                  <a:lnTo>
                    <a:pt x="1" y="1447"/>
                  </a:lnTo>
                  <a:lnTo>
                    <a:pt x="26" y="1572"/>
                  </a:lnTo>
                  <a:lnTo>
                    <a:pt x="51" y="1635"/>
                  </a:lnTo>
                  <a:lnTo>
                    <a:pt x="126" y="1748"/>
                  </a:lnTo>
                  <a:lnTo>
                    <a:pt x="177" y="2013"/>
                  </a:lnTo>
                  <a:lnTo>
                    <a:pt x="152" y="2365"/>
                  </a:lnTo>
                  <a:lnTo>
                    <a:pt x="126" y="2427"/>
                  </a:lnTo>
                  <a:lnTo>
                    <a:pt x="152" y="2490"/>
                  </a:lnTo>
                  <a:lnTo>
                    <a:pt x="240" y="2541"/>
                  </a:lnTo>
                  <a:lnTo>
                    <a:pt x="428" y="2503"/>
                  </a:lnTo>
                  <a:lnTo>
                    <a:pt x="868" y="2138"/>
                  </a:lnTo>
                  <a:lnTo>
                    <a:pt x="1082" y="1849"/>
                  </a:lnTo>
                  <a:lnTo>
                    <a:pt x="1170" y="1736"/>
                  </a:lnTo>
                  <a:lnTo>
                    <a:pt x="1371" y="1585"/>
                  </a:lnTo>
                  <a:lnTo>
                    <a:pt x="1748" y="1497"/>
                  </a:lnTo>
                  <a:lnTo>
                    <a:pt x="2025" y="1447"/>
                  </a:lnTo>
                  <a:lnTo>
                    <a:pt x="2264" y="1396"/>
                  </a:lnTo>
                  <a:lnTo>
                    <a:pt x="2415" y="1346"/>
                  </a:lnTo>
                  <a:lnTo>
                    <a:pt x="2427" y="1220"/>
                  </a:lnTo>
                  <a:lnTo>
                    <a:pt x="2415" y="1095"/>
                  </a:lnTo>
                  <a:lnTo>
                    <a:pt x="2377" y="981"/>
                  </a:lnTo>
                  <a:lnTo>
                    <a:pt x="2201" y="868"/>
                  </a:lnTo>
                  <a:lnTo>
                    <a:pt x="2000" y="805"/>
                  </a:lnTo>
                  <a:lnTo>
                    <a:pt x="1824" y="680"/>
                  </a:lnTo>
                  <a:lnTo>
                    <a:pt x="1774" y="541"/>
                  </a:lnTo>
                  <a:lnTo>
                    <a:pt x="1736" y="403"/>
                  </a:lnTo>
                  <a:lnTo>
                    <a:pt x="1623" y="189"/>
                  </a:lnTo>
                  <a:lnTo>
                    <a:pt x="1472" y="64"/>
                  </a:lnTo>
                  <a:lnTo>
                    <a:pt x="125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459;p20">
              <a:extLst>
                <a:ext uri="{FF2B5EF4-FFF2-40B4-BE49-F238E27FC236}">
                  <a16:creationId xmlns:a16="http://schemas.microsoft.com/office/drawing/2014/main" id="{0A8F1243-EA65-08E6-8AF9-7B94B8EB5157}"/>
                </a:ext>
              </a:extLst>
            </p:cNvPr>
            <p:cNvSpPr/>
            <p:nvPr/>
          </p:nvSpPr>
          <p:spPr>
            <a:xfrm>
              <a:off x="1941711" y="2163398"/>
              <a:ext cx="753421" cy="679889"/>
            </a:xfrm>
            <a:custGeom>
              <a:avLst/>
              <a:gdLst/>
              <a:ahLst/>
              <a:cxnLst/>
              <a:rect l="l" t="t" r="r" b="b"/>
              <a:pathLst>
                <a:path w="9406" h="8488" extrusionOk="0">
                  <a:moveTo>
                    <a:pt x="2654" y="0"/>
                  </a:moveTo>
                  <a:lnTo>
                    <a:pt x="2427" y="38"/>
                  </a:lnTo>
                  <a:lnTo>
                    <a:pt x="2264" y="138"/>
                  </a:lnTo>
                  <a:lnTo>
                    <a:pt x="2251" y="214"/>
                  </a:lnTo>
                  <a:lnTo>
                    <a:pt x="2239" y="277"/>
                  </a:lnTo>
                  <a:lnTo>
                    <a:pt x="2188" y="289"/>
                  </a:lnTo>
                  <a:lnTo>
                    <a:pt x="2100" y="252"/>
                  </a:lnTo>
                  <a:lnTo>
                    <a:pt x="1962" y="226"/>
                  </a:lnTo>
                  <a:lnTo>
                    <a:pt x="1874" y="252"/>
                  </a:lnTo>
                  <a:lnTo>
                    <a:pt x="1673" y="327"/>
                  </a:lnTo>
                  <a:lnTo>
                    <a:pt x="1409" y="528"/>
                  </a:lnTo>
                  <a:lnTo>
                    <a:pt x="1308" y="704"/>
                  </a:lnTo>
                  <a:lnTo>
                    <a:pt x="1283" y="805"/>
                  </a:lnTo>
                  <a:lnTo>
                    <a:pt x="1283" y="1006"/>
                  </a:lnTo>
                  <a:lnTo>
                    <a:pt x="1296" y="1346"/>
                  </a:lnTo>
                  <a:lnTo>
                    <a:pt x="1258" y="1496"/>
                  </a:lnTo>
                  <a:lnTo>
                    <a:pt x="1233" y="1572"/>
                  </a:lnTo>
                  <a:lnTo>
                    <a:pt x="1245" y="1698"/>
                  </a:lnTo>
                  <a:lnTo>
                    <a:pt x="1371" y="1861"/>
                  </a:lnTo>
                  <a:lnTo>
                    <a:pt x="1484" y="2037"/>
                  </a:lnTo>
                  <a:lnTo>
                    <a:pt x="1522" y="2125"/>
                  </a:lnTo>
                  <a:lnTo>
                    <a:pt x="1484" y="2276"/>
                  </a:lnTo>
                  <a:lnTo>
                    <a:pt x="1371" y="2351"/>
                  </a:lnTo>
                  <a:lnTo>
                    <a:pt x="1245" y="2301"/>
                  </a:lnTo>
                  <a:lnTo>
                    <a:pt x="1220" y="2213"/>
                  </a:lnTo>
                  <a:lnTo>
                    <a:pt x="1182" y="2024"/>
                  </a:lnTo>
                  <a:lnTo>
                    <a:pt x="1006" y="1660"/>
                  </a:lnTo>
                  <a:lnTo>
                    <a:pt x="931" y="1496"/>
                  </a:lnTo>
                  <a:lnTo>
                    <a:pt x="881" y="1220"/>
                  </a:lnTo>
                  <a:lnTo>
                    <a:pt x="931" y="868"/>
                  </a:lnTo>
                  <a:lnTo>
                    <a:pt x="981" y="667"/>
                  </a:lnTo>
                  <a:lnTo>
                    <a:pt x="1006" y="566"/>
                  </a:lnTo>
                  <a:lnTo>
                    <a:pt x="994" y="377"/>
                  </a:lnTo>
                  <a:lnTo>
                    <a:pt x="918" y="252"/>
                  </a:lnTo>
                  <a:lnTo>
                    <a:pt x="767" y="277"/>
                  </a:lnTo>
                  <a:lnTo>
                    <a:pt x="654" y="377"/>
                  </a:lnTo>
                  <a:lnTo>
                    <a:pt x="529" y="491"/>
                  </a:lnTo>
                  <a:lnTo>
                    <a:pt x="315" y="792"/>
                  </a:lnTo>
                  <a:lnTo>
                    <a:pt x="101" y="1308"/>
                  </a:lnTo>
                  <a:lnTo>
                    <a:pt x="26" y="1660"/>
                  </a:lnTo>
                  <a:lnTo>
                    <a:pt x="1" y="1823"/>
                  </a:lnTo>
                  <a:lnTo>
                    <a:pt x="13" y="2050"/>
                  </a:lnTo>
                  <a:lnTo>
                    <a:pt x="89" y="2175"/>
                  </a:lnTo>
                  <a:lnTo>
                    <a:pt x="239" y="2251"/>
                  </a:lnTo>
                  <a:lnTo>
                    <a:pt x="353" y="2263"/>
                  </a:lnTo>
                  <a:lnTo>
                    <a:pt x="453" y="2276"/>
                  </a:lnTo>
                  <a:lnTo>
                    <a:pt x="554" y="2339"/>
                  </a:lnTo>
                  <a:lnTo>
                    <a:pt x="566" y="2427"/>
                  </a:lnTo>
                  <a:lnTo>
                    <a:pt x="554" y="2439"/>
                  </a:lnTo>
                  <a:lnTo>
                    <a:pt x="491" y="2465"/>
                  </a:lnTo>
                  <a:lnTo>
                    <a:pt x="365" y="2666"/>
                  </a:lnTo>
                  <a:lnTo>
                    <a:pt x="353" y="2729"/>
                  </a:lnTo>
                  <a:lnTo>
                    <a:pt x="503" y="2804"/>
                  </a:lnTo>
                  <a:lnTo>
                    <a:pt x="730" y="2842"/>
                  </a:lnTo>
                  <a:lnTo>
                    <a:pt x="931" y="2917"/>
                  </a:lnTo>
                  <a:lnTo>
                    <a:pt x="981" y="2980"/>
                  </a:lnTo>
                  <a:lnTo>
                    <a:pt x="1044" y="3118"/>
                  </a:lnTo>
                  <a:lnTo>
                    <a:pt x="1220" y="3219"/>
                  </a:lnTo>
                  <a:lnTo>
                    <a:pt x="1421" y="3194"/>
                  </a:lnTo>
                  <a:lnTo>
                    <a:pt x="1949" y="3144"/>
                  </a:lnTo>
                  <a:lnTo>
                    <a:pt x="2477" y="3056"/>
                  </a:lnTo>
                  <a:lnTo>
                    <a:pt x="2578" y="3030"/>
                  </a:lnTo>
                  <a:lnTo>
                    <a:pt x="2691" y="3043"/>
                  </a:lnTo>
                  <a:lnTo>
                    <a:pt x="2742" y="3118"/>
                  </a:lnTo>
                  <a:lnTo>
                    <a:pt x="2830" y="3156"/>
                  </a:lnTo>
                  <a:lnTo>
                    <a:pt x="2880" y="3144"/>
                  </a:lnTo>
                  <a:lnTo>
                    <a:pt x="2955" y="3005"/>
                  </a:lnTo>
                  <a:lnTo>
                    <a:pt x="3056" y="2716"/>
                  </a:lnTo>
                  <a:lnTo>
                    <a:pt x="3156" y="2603"/>
                  </a:lnTo>
                  <a:lnTo>
                    <a:pt x="3207" y="2590"/>
                  </a:lnTo>
                  <a:lnTo>
                    <a:pt x="3295" y="2641"/>
                  </a:lnTo>
                  <a:lnTo>
                    <a:pt x="3446" y="2829"/>
                  </a:lnTo>
                  <a:lnTo>
                    <a:pt x="3622" y="2942"/>
                  </a:lnTo>
                  <a:lnTo>
                    <a:pt x="3798" y="3018"/>
                  </a:lnTo>
                  <a:lnTo>
                    <a:pt x="3949" y="3018"/>
                  </a:lnTo>
                  <a:lnTo>
                    <a:pt x="3986" y="3081"/>
                  </a:lnTo>
                  <a:lnTo>
                    <a:pt x="4011" y="3181"/>
                  </a:lnTo>
                  <a:lnTo>
                    <a:pt x="4112" y="3370"/>
                  </a:lnTo>
                  <a:lnTo>
                    <a:pt x="4275" y="3470"/>
                  </a:lnTo>
                  <a:lnTo>
                    <a:pt x="4452" y="3558"/>
                  </a:lnTo>
                  <a:lnTo>
                    <a:pt x="4640" y="3722"/>
                  </a:lnTo>
                  <a:lnTo>
                    <a:pt x="4703" y="3898"/>
                  </a:lnTo>
                  <a:lnTo>
                    <a:pt x="4741" y="3986"/>
                  </a:lnTo>
                  <a:lnTo>
                    <a:pt x="4866" y="4124"/>
                  </a:lnTo>
                  <a:lnTo>
                    <a:pt x="5105" y="4225"/>
                  </a:lnTo>
                  <a:lnTo>
                    <a:pt x="5244" y="4250"/>
                  </a:lnTo>
                  <a:lnTo>
                    <a:pt x="5294" y="4263"/>
                  </a:lnTo>
                  <a:lnTo>
                    <a:pt x="5395" y="4363"/>
                  </a:lnTo>
                  <a:lnTo>
                    <a:pt x="5520" y="4678"/>
                  </a:lnTo>
                  <a:lnTo>
                    <a:pt x="5545" y="4979"/>
                  </a:lnTo>
                  <a:lnTo>
                    <a:pt x="5558" y="5118"/>
                  </a:lnTo>
                  <a:lnTo>
                    <a:pt x="5646" y="5243"/>
                  </a:lnTo>
                  <a:lnTo>
                    <a:pt x="5860" y="5231"/>
                  </a:lnTo>
                  <a:lnTo>
                    <a:pt x="5998" y="5180"/>
                  </a:lnTo>
                  <a:lnTo>
                    <a:pt x="6149" y="5143"/>
                  </a:lnTo>
                  <a:lnTo>
                    <a:pt x="6375" y="5168"/>
                  </a:lnTo>
                  <a:lnTo>
                    <a:pt x="6501" y="5281"/>
                  </a:lnTo>
                  <a:lnTo>
                    <a:pt x="6539" y="5369"/>
                  </a:lnTo>
                  <a:lnTo>
                    <a:pt x="6564" y="5457"/>
                  </a:lnTo>
                  <a:lnTo>
                    <a:pt x="6501" y="5558"/>
                  </a:lnTo>
                  <a:lnTo>
                    <a:pt x="6262" y="5633"/>
                  </a:lnTo>
                  <a:lnTo>
                    <a:pt x="6111" y="5709"/>
                  </a:lnTo>
                  <a:lnTo>
                    <a:pt x="6061" y="5734"/>
                  </a:lnTo>
                  <a:lnTo>
                    <a:pt x="5935" y="5646"/>
                  </a:lnTo>
                  <a:lnTo>
                    <a:pt x="5709" y="5356"/>
                  </a:lnTo>
                  <a:lnTo>
                    <a:pt x="5533" y="5231"/>
                  </a:lnTo>
                  <a:lnTo>
                    <a:pt x="5445" y="5206"/>
                  </a:lnTo>
                  <a:lnTo>
                    <a:pt x="5344" y="5306"/>
                  </a:lnTo>
                  <a:lnTo>
                    <a:pt x="5256" y="5633"/>
                  </a:lnTo>
                  <a:lnTo>
                    <a:pt x="5156" y="5834"/>
                  </a:lnTo>
                  <a:lnTo>
                    <a:pt x="5118" y="5910"/>
                  </a:lnTo>
                  <a:lnTo>
                    <a:pt x="5193" y="6048"/>
                  </a:lnTo>
                  <a:lnTo>
                    <a:pt x="5344" y="6186"/>
                  </a:lnTo>
                  <a:lnTo>
                    <a:pt x="5470" y="6350"/>
                  </a:lnTo>
                  <a:lnTo>
                    <a:pt x="5470" y="6463"/>
                  </a:lnTo>
                  <a:lnTo>
                    <a:pt x="5445" y="6564"/>
                  </a:lnTo>
                  <a:lnTo>
                    <a:pt x="5319" y="6702"/>
                  </a:lnTo>
                  <a:lnTo>
                    <a:pt x="5030" y="6802"/>
                  </a:lnTo>
                  <a:lnTo>
                    <a:pt x="4804" y="6853"/>
                  </a:lnTo>
                  <a:lnTo>
                    <a:pt x="4703" y="6865"/>
                  </a:lnTo>
                  <a:lnTo>
                    <a:pt x="4565" y="6802"/>
                  </a:lnTo>
                  <a:lnTo>
                    <a:pt x="4464" y="6752"/>
                  </a:lnTo>
                  <a:lnTo>
                    <a:pt x="4313" y="6828"/>
                  </a:lnTo>
                  <a:lnTo>
                    <a:pt x="4200" y="6978"/>
                  </a:lnTo>
                  <a:lnTo>
                    <a:pt x="4099" y="7142"/>
                  </a:lnTo>
                  <a:lnTo>
                    <a:pt x="4074" y="7356"/>
                  </a:lnTo>
                  <a:lnTo>
                    <a:pt x="4275" y="7494"/>
                  </a:lnTo>
                  <a:lnTo>
                    <a:pt x="4426" y="7532"/>
                  </a:lnTo>
                  <a:lnTo>
                    <a:pt x="4540" y="7557"/>
                  </a:lnTo>
                  <a:lnTo>
                    <a:pt x="4791" y="7469"/>
                  </a:lnTo>
                  <a:lnTo>
                    <a:pt x="4954" y="7343"/>
                  </a:lnTo>
                  <a:lnTo>
                    <a:pt x="5118" y="7230"/>
                  </a:lnTo>
                  <a:lnTo>
                    <a:pt x="5445" y="7167"/>
                  </a:lnTo>
                  <a:lnTo>
                    <a:pt x="5596" y="7167"/>
                  </a:lnTo>
                  <a:lnTo>
                    <a:pt x="5759" y="7205"/>
                  </a:lnTo>
                  <a:lnTo>
                    <a:pt x="6187" y="7507"/>
                  </a:lnTo>
                  <a:lnTo>
                    <a:pt x="6388" y="7595"/>
                  </a:lnTo>
                  <a:lnTo>
                    <a:pt x="6514" y="7632"/>
                  </a:lnTo>
                  <a:lnTo>
                    <a:pt x="6551" y="7720"/>
                  </a:lnTo>
                  <a:lnTo>
                    <a:pt x="6602" y="7909"/>
                  </a:lnTo>
                  <a:lnTo>
                    <a:pt x="6627" y="7972"/>
                  </a:lnTo>
                  <a:lnTo>
                    <a:pt x="6715" y="8047"/>
                  </a:lnTo>
                  <a:lnTo>
                    <a:pt x="6941" y="8110"/>
                  </a:lnTo>
                  <a:lnTo>
                    <a:pt x="7306" y="8148"/>
                  </a:lnTo>
                  <a:lnTo>
                    <a:pt x="7620" y="8223"/>
                  </a:lnTo>
                  <a:lnTo>
                    <a:pt x="7721" y="8324"/>
                  </a:lnTo>
                  <a:lnTo>
                    <a:pt x="7809" y="8424"/>
                  </a:lnTo>
                  <a:lnTo>
                    <a:pt x="7985" y="8487"/>
                  </a:lnTo>
                  <a:lnTo>
                    <a:pt x="8286" y="8424"/>
                  </a:lnTo>
                  <a:lnTo>
                    <a:pt x="8538" y="8399"/>
                  </a:lnTo>
                  <a:lnTo>
                    <a:pt x="8764" y="8412"/>
                  </a:lnTo>
                  <a:lnTo>
                    <a:pt x="8991" y="8450"/>
                  </a:lnTo>
                  <a:lnTo>
                    <a:pt x="9079" y="8412"/>
                  </a:lnTo>
                  <a:lnTo>
                    <a:pt x="9104" y="8349"/>
                  </a:lnTo>
                  <a:lnTo>
                    <a:pt x="9091" y="8286"/>
                  </a:lnTo>
                  <a:lnTo>
                    <a:pt x="8940" y="8135"/>
                  </a:lnTo>
                  <a:lnTo>
                    <a:pt x="8601" y="7909"/>
                  </a:lnTo>
                  <a:lnTo>
                    <a:pt x="8500" y="7796"/>
                  </a:lnTo>
                  <a:lnTo>
                    <a:pt x="8475" y="7745"/>
                  </a:lnTo>
                  <a:lnTo>
                    <a:pt x="8274" y="7657"/>
                  </a:lnTo>
                  <a:lnTo>
                    <a:pt x="7872" y="7532"/>
                  </a:lnTo>
                  <a:lnTo>
                    <a:pt x="7758" y="7456"/>
                  </a:lnTo>
                  <a:lnTo>
                    <a:pt x="7721" y="7381"/>
                  </a:lnTo>
                  <a:lnTo>
                    <a:pt x="7796" y="7318"/>
                  </a:lnTo>
                  <a:lnTo>
                    <a:pt x="7960" y="7343"/>
                  </a:lnTo>
                  <a:lnTo>
                    <a:pt x="8249" y="7381"/>
                  </a:lnTo>
                  <a:lnTo>
                    <a:pt x="8626" y="7381"/>
                  </a:lnTo>
                  <a:lnTo>
                    <a:pt x="8752" y="7406"/>
                  </a:lnTo>
                  <a:lnTo>
                    <a:pt x="8928" y="7519"/>
                  </a:lnTo>
                  <a:lnTo>
                    <a:pt x="9066" y="7657"/>
                  </a:lnTo>
                  <a:lnTo>
                    <a:pt x="9192" y="7745"/>
                  </a:lnTo>
                  <a:lnTo>
                    <a:pt x="9267" y="7745"/>
                  </a:lnTo>
                  <a:lnTo>
                    <a:pt x="9343" y="7720"/>
                  </a:lnTo>
                  <a:lnTo>
                    <a:pt x="9405" y="7657"/>
                  </a:lnTo>
                  <a:lnTo>
                    <a:pt x="9368" y="7532"/>
                  </a:lnTo>
                  <a:lnTo>
                    <a:pt x="9267" y="7444"/>
                  </a:lnTo>
                  <a:lnTo>
                    <a:pt x="9167" y="7356"/>
                  </a:lnTo>
                  <a:lnTo>
                    <a:pt x="9066" y="7066"/>
                  </a:lnTo>
                  <a:lnTo>
                    <a:pt x="9066" y="6878"/>
                  </a:lnTo>
                  <a:lnTo>
                    <a:pt x="9066" y="6802"/>
                  </a:lnTo>
                  <a:lnTo>
                    <a:pt x="9003" y="6727"/>
                  </a:lnTo>
                  <a:lnTo>
                    <a:pt x="8903" y="6689"/>
                  </a:lnTo>
                  <a:lnTo>
                    <a:pt x="8815" y="6614"/>
                  </a:lnTo>
                  <a:lnTo>
                    <a:pt x="8777" y="6526"/>
                  </a:lnTo>
                  <a:lnTo>
                    <a:pt x="8752" y="6438"/>
                  </a:lnTo>
                  <a:lnTo>
                    <a:pt x="8664" y="6375"/>
                  </a:lnTo>
                  <a:lnTo>
                    <a:pt x="8563" y="6362"/>
                  </a:lnTo>
                  <a:lnTo>
                    <a:pt x="8462" y="6299"/>
                  </a:lnTo>
                  <a:lnTo>
                    <a:pt x="8425" y="6224"/>
                  </a:lnTo>
                  <a:lnTo>
                    <a:pt x="8374" y="6136"/>
                  </a:lnTo>
                  <a:lnTo>
                    <a:pt x="8224" y="6073"/>
                  </a:lnTo>
                  <a:lnTo>
                    <a:pt x="7922" y="6061"/>
                  </a:lnTo>
                  <a:lnTo>
                    <a:pt x="7721" y="5985"/>
                  </a:lnTo>
                  <a:lnTo>
                    <a:pt x="7645" y="5935"/>
                  </a:lnTo>
                  <a:lnTo>
                    <a:pt x="7633" y="5859"/>
                  </a:lnTo>
                  <a:lnTo>
                    <a:pt x="7670" y="5784"/>
                  </a:lnTo>
                  <a:lnTo>
                    <a:pt x="7683" y="5721"/>
                  </a:lnTo>
                  <a:lnTo>
                    <a:pt x="7633" y="5683"/>
                  </a:lnTo>
                  <a:lnTo>
                    <a:pt x="7507" y="5621"/>
                  </a:lnTo>
                  <a:lnTo>
                    <a:pt x="7331" y="5570"/>
                  </a:lnTo>
                  <a:lnTo>
                    <a:pt x="7293" y="5470"/>
                  </a:lnTo>
                  <a:lnTo>
                    <a:pt x="7306" y="5394"/>
                  </a:lnTo>
                  <a:lnTo>
                    <a:pt x="7318" y="5319"/>
                  </a:lnTo>
                  <a:lnTo>
                    <a:pt x="7281" y="5180"/>
                  </a:lnTo>
                  <a:lnTo>
                    <a:pt x="7230" y="5080"/>
                  </a:lnTo>
                  <a:lnTo>
                    <a:pt x="7243" y="5004"/>
                  </a:lnTo>
                  <a:lnTo>
                    <a:pt x="7318" y="4967"/>
                  </a:lnTo>
                  <a:lnTo>
                    <a:pt x="7394" y="4929"/>
                  </a:lnTo>
                  <a:lnTo>
                    <a:pt x="7519" y="4942"/>
                  </a:lnTo>
                  <a:lnTo>
                    <a:pt x="7658" y="5017"/>
                  </a:lnTo>
                  <a:lnTo>
                    <a:pt x="7721" y="4992"/>
                  </a:lnTo>
                  <a:lnTo>
                    <a:pt x="7821" y="4954"/>
                  </a:lnTo>
                  <a:lnTo>
                    <a:pt x="8010" y="5017"/>
                  </a:lnTo>
                  <a:lnTo>
                    <a:pt x="8073" y="5118"/>
                  </a:lnTo>
                  <a:lnTo>
                    <a:pt x="8048" y="5193"/>
                  </a:lnTo>
                  <a:lnTo>
                    <a:pt x="8010" y="5268"/>
                  </a:lnTo>
                  <a:lnTo>
                    <a:pt x="8035" y="5432"/>
                  </a:lnTo>
                  <a:lnTo>
                    <a:pt x="8186" y="5621"/>
                  </a:lnTo>
                  <a:lnTo>
                    <a:pt x="8324" y="5696"/>
                  </a:lnTo>
                  <a:lnTo>
                    <a:pt x="8513" y="5759"/>
                  </a:lnTo>
                  <a:lnTo>
                    <a:pt x="8877" y="5746"/>
                  </a:lnTo>
                  <a:lnTo>
                    <a:pt x="8978" y="5646"/>
                  </a:lnTo>
                  <a:lnTo>
                    <a:pt x="8978" y="5532"/>
                  </a:lnTo>
                  <a:lnTo>
                    <a:pt x="8953" y="5457"/>
                  </a:lnTo>
                  <a:lnTo>
                    <a:pt x="8915" y="5319"/>
                  </a:lnTo>
                  <a:lnTo>
                    <a:pt x="8903" y="5180"/>
                  </a:lnTo>
                  <a:lnTo>
                    <a:pt x="8965" y="5092"/>
                  </a:lnTo>
                  <a:lnTo>
                    <a:pt x="8953" y="4879"/>
                  </a:lnTo>
                  <a:lnTo>
                    <a:pt x="8928" y="4602"/>
                  </a:lnTo>
                  <a:lnTo>
                    <a:pt x="8953" y="4426"/>
                  </a:lnTo>
                  <a:lnTo>
                    <a:pt x="8953" y="4313"/>
                  </a:lnTo>
                  <a:lnTo>
                    <a:pt x="8865" y="4212"/>
                  </a:lnTo>
                  <a:lnTo>
                    <a:pt x="8613" y="4175"/>
                  </a:lnTo>
                  <a:lnTo>
                    <a:pt x="8437" y="4162"/>
                  </a:lnTo>
                  <a:lnTo>
                    <a:pt x="8362" y="4137"/>
                  </a:lnTo>
                  <a:lnTo>
                    <a:pt x="8324" y="4049"/>
                  </a:lnTo>
                  <a:lnTo>
                    <a:pt x="8324" y="3948"/>
                  </a:lnTo>
                  <a:lnTo>
                    <a:pt x="8261" y="3885"/>
                  </a:lnTo>
                  <a:lnTo>
                    <a:pt x="8186" y="3885"/>
                  </a:lnTo>
                  <a:lnTo>
                    <a:pt x="8010" y="3911"/>
                  </a:lnTo>
                  <a:lnTo>
                    <a:pt x="7821" y="3911"/>
                  </a:lnTo>
                  <a:lnTo>
                    <a:pt x="7771" y="3873"/>
                  </a:lnTo>
                  <a:lnTo>
                    <a:pt x="7758" y="3823"/>
                  </a:lnTo>
                  <a:lnTo>
                    <a:pt x="7746" y="3722"/>
                  </a:lnTo>
                  <a:lnTo>
                    <a:pt x="7620" y="3584"/>
                  </a:lnTo>
                  <a:lnTo>
                    <a:pt x="7482" y="3533"/>
                  </a:lnTo>
                  <a:lnTo>
                    <a:pt x="7381" y="3533"/>
                  </a:lnTo>
                  <a:lnTo>
                    <a:pt x="7205" y="3558"/>
                  </a:lnTo>
                  <a:lnTo>
                    <a:pt x="7054" y="3596"/>
                  </a:lnTo>
                  <a:lnTo>
                    <a:pt x="6954" y="3533"/>
                  </a:lnTo>
                  <a:lnTo>
                    <a:pt x="6878" y="3445"/>
                  </a:lnTo>
                  <a:lnTo>
                    <a:pt x="6803" y="3357"/>
                  </a:lnTo>
                  <a:lnTo>
                    <a:pt x="6602" y="3332"/>
                  </a:lnTo>
                  <a:lnTo>
                    <a:pt x="6413" y="3382"/>
                  </a:lnTo>
                  <a:lnTo>
                    <a:pt x="6325" y="3408"/>
                  </a:lnTo>
                  <a:lnTo>
                    <a:pt x="6338" y="3357"/>
                  </a:lnTo>
                  <a:lnTo>
                    <a:pt x="6375" y="3257"/>
                  </a:lnTo>
                  <a:lnTo>
                    <a:pt x="6325" y="3144"/>
                  </a:lnTo>
                  <a:lnTo>
                    <a:pt x="6262" y="2980"/>
                  </a:lnTo>
                  <a:lnTo>
                    <a:pt x="6250" y="2879"/>
                  </a:lnTo>
                  <a:lnTo>
                    <a:pt x="6262" y="2754"/>
                  </a:lnTo>
                  <a:lnTo>
                    <a:pt x="6312" y="2653"/>
                  </a:lnTo>
                  <a:lnTo>
                    <a:pt x="6338" y="2565"/>
                  </a:lnTo>
                  <a:lnTo>
                    <a:pt x="6312" y="2515"/>
                  </a:lnTo>
                  <a:lnTo>
                    <a:pt x="6262" y="2465"/>
                  </a:lnTo>
                  <a:lnTo>
                    <a:pt x="6099" y="2427"/>
                  </a:lnTo>
                  <a:lnTo>
                    <a:pt x="5797" y="2465"/>
                  </a:lnTo>
                  <a:lnTo>
                    <a:pt x="5696" y="2439"/>
                  </a:lnTo>
                  <a:lnTo>
                    <a:pt x="5684" y="2377"/>
                  </a:lnTo>
                  <a:lnTo>
                    <a:pt x="5721" y="2163"/>
                  </a:lnTo>
                  <a:lnTo>
                    <a:pt x="5696" y="2037"/>
                  </a:lnTo>
                  <a:lnTo>
                    <a:pt x="5671" y="1987"/>
                  </a:lnTo>
                  <a:lnTo>
                    <a:pt x="5571" y="1962"/>
                  </a:lnTo>
                  <a:lnTo>
                    <a:pt x="5457" y="1987"/>
                  </a:lnTo>
                  <a:lnTo>
                    <a:pt x="5357" y="1949"/>
                  </a:lnTo>
                  <a:lnTo>
                    <a:pt x="5332" y="1861"/>
                  </a:lnTo>
                  <a:lnTo>
                    <a:pt x="5319" y="1786"/>
                  </a:lnTo>
                  <a:lnTo>
                    <a:pt x="5219" y="1735"/>
                  </a:lnTo>
                  <a:lnTo>
                    <a:pt x="5042" y="1786"/>
                  </a:lnTo>
                  <a:lnTo>
                    <a:pt x="4942" y="1760"/>
                  </a:lnTo>
                  <a:lnTo>
                    <a:pt x="4904" y="1685"/>
                  </a:lnTo>
                  <a:lnTo>
                    <a:pt x="4954" y="1509"/>
                  </a:lnTo>
                  <a:lnTo>
                    <a:pt x="4942" y="1434"/>
                  </a:lnTo>
                  <a:lnTo>
                    <a:pt x="4917" y="1408"/>
                  </a:lnTo>
                  <a:lnTo>
                    <a:pt x="4816" y="1408"/>
                  </a:lnTo>
                  <a:lnTo>
                    <a:pt x="4628" y="1522"/>
                  </a:lnTo>
                  <a:lnTo>
                    <a:pt x="4514" y="1660"/>
                  </a:lnTo>
                  <a:lnTo>
                    <a:pt x="4477" y="1723"/>
                  </a:lnTo>
                  <a:lnTo>
                    <a:pt x="4401" y="1710"/>
                  </a:lnTo>
                  <a:lnTo>
                    <a:pt x="4313" y="1534"/>
                  </a:lnTo>
                  <a:lnTo>
                    <a:pt x="4238" y="1358"/>
                  </a:lnTo>
                  <a:lnTo>
                    <a:pt x="4187" y="1295"/>
                  </a:lnTo>
                  <a:lnTo>
                    <a:pt x="4099" y="1308"/>
                  </a:lnTo>
                  <a:lnTo>
                    <a:pt x="4024" y="1396"/>
                  </a:lnTo>
                  <a:lnTo>
                    <a:pt x="3999" y="1408"/>
                  </a:lnTo>
                  <a:lnTo>
                    <a:pt x="3999" y="1358"/>
                  </a:lnTo>
                  <a:lnTo>
                    <a:pt x="3999" y="1283"/>
                  </a:lnTo>
                  <a:lnTo>
                    <a:pt x="3923" y="1207"/>
                  </a:lnTo>
                  <a:lnTo>
                    <a:pt x="3835" y="1157"/>
                  </a:lnTo>
                  <a:lnTo>
                    <a:pt x="3785" y="1056"/>
                  </a:lnTo>
                  <a:lnTo>
                    <a:pt x="3798" y="981"/>
                  </a:lnTo>
                  <a:lnTo>
                    <a:pt x="3798" y="893"/>
                  </a:lnTo>
                  <a:lnTo>
                    <a:pt x="3634" y="755"/>
                  </a:lnTo>
                  <a:lnTo>
                    <a:pt x="3383" y="679"/>
                  </a:lnTo>
                  <a:lnTo>
                    <a:pt x="3144" y="742"/>
                  </a:lnTo>
                  <a:lnTo>
                    <a:pt x="3081" y="855"/>
                  </a:lnTo>
                  <a:lnTo>
                    <a:pt x="3006" y="1094"/>
                  </a:lnTo>
                  <a:lnTo>
                    <a:pt x="2943" y="1295"/>
                  </a:lnTo>
                  <a:lnTo>
                    <a:pt x="2867" y="1295"/>
                  </a:lnTo>
                  <a:lnTo>
                    <a:pt x="2817" y="1220"/>
                  </a:lnTo>
                  <a:lnTo>
                    <a:pt x="2754" y="1157"/>
                  </a:lnTo>
                  <a:lnTo>
                    <a:pt x="2679" y="1169"/>
                  </a:lnTo>
                  <a:lnTo>
                    <a:pt x="2603" y="1283"/>
                  </a:lnTo>
                  <a:lnTo>
                    <a:pt x="2490" y="1396"/>
                  </a:lnTo>
                  <a:lnTo>
                    <a:pt x="2402" y="1434"/>
                  </a:lnTo>
                  <a:lnTo>
                    <a:pt x="2314" y="1434"/>
                  </a:lnTo>
                  <a:lnTo>
                    <a:pt x="2226" y="1383"/>
                  </a:lnTo>
                  <a:lnTo>
                    <a:pt x="2226" y="1207"/>
                  </a:lnTo>
                  <a:lnTo>
                    <a:pt x="2276" y="1019"/>
                  </a:lnTo>
                  <a:lnTo>
                    <a:pt x="2289" y="817"/>
                  </a:lnTo>
                  <a:lnTo>
                    <a:pt x="2201" y="566"/>
                  </a:lnTo>
                  <a:lnTo>
                    <a:pt x="2188" y="465"/>
                  </a:lnTo>
                  <a:lnTo>
                    <a:pt x="2226" y="440"/>
                  </a:lnTo>
                  <a:lnTo>
                    <a:pt x="2276" y="440"/>
                  </a:lnTo>
                  <a:lnTo>
                    <a:pt x="2389" y="541"/>
                  </a:lnTo>
                  <a:lnTo>
                    <a:pt x="2490" y="679"/>
                  </a:lnTo>
                  <a:lnTo>
                    <a:pt x="2578" y="755"/>
                  </a:lnTo>
                  <a:lnTo>
                    <a:pt x="2616" y="742"/>
                  </a:lnTo>
                  <a:lnTo>
                    <a:pt x="2716" y="679"/>
                  </a:lnTo>
                  <a:lnTo>
                    <a:pt x="3081" y="553"/>
                  </a:lnTo>
                  <a:lnTo>
                    <a:pt x="3307" y="503"/>
                  </a:lnTo>
                  <a:lnTo>
                    <a:pt x="3383" y="478"/>
                  </a:lnTo>
                  <a:lnTo>
                    <a:pt x="3345" y="390"/>
                  </a:lnTo>
                  <a:lnTo>
                    <a:pt x="3056" y="189"/>
                  </a:lnTo>
                  <a:lnTo>
                    <a:pt x="2918" y="76"/>
                  </a:lnTo>
                  <a:lnTo>
                    <a:pt x="2855" y="38"/>
                  </a:lnTo>
                  <a:lnTo>
                    <a:pt x="265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460;p20">
              <a:extLst>
                <a:ext uri="{FF2B5EF4-FFF2-40B4-BE49-F238E27FC236}">
                  <a16:creationId xmlns:a16="http://schemas.microsoft.com/office/drawing/2014/main" id="{C9E965B4-7165-B252-8A8E-415ECCB323BE}"/>
                </a:ext>
              </a:extLst>
            </p:cNvPr>
            <p:cNvSpPr/>
            <p:nvPr/>
          </p:nvSpPr>
          <p:spPr>
            <a:xfrm>
              <a:off x="2256988" y="2505830"/>
              <a:ext cx="77617" cy="80661"/>
            </a:xfrm>
            <a:custGeom>
              <a:avLst/>
              <a:gdLst/>
              <a:ahLst/>
              <a:cxnLst/>
              <a:rect l="l" t="t" r="r" b="b"/>
              <a:pathLst>
                <a:path w="969" h="1007" extrusionOk="0">
                  <a:moveTo>
                    <a:pt x="289" y="0"/>
                  </a:moveTo>
                  <a:lnTo>
                    <a:pt x="113" y="63"/>
                  </a:lnTo>
                  <a:lnTo>
                    <a:pt x="13" y="226"/>
                  </a:lnTo>
                  <a:lnTo>
                    <a:pt x="13" y="264"/>
                  </a:lnTo>
                  <a:lnTo>
                    <a:pt x="0" y="340"/>
                  </a:lnTo>
                  <a:lnTo>
                    <a:pt x="0" y="717"/>
                  </a:lnTo>
                  <a:lnTo>
                    <a:pt x="101" y="931"/>
                  </a:lnTo>
                  <a:lnTo>
                    <a:pt x="214" y="981"/>
                  </a:lnTo>
                  <a:lnTo>
                    <a:pt x="402" y="1006"/>
                  </a:lnTo>
                  <a:lnTo>
                    <a:pt x="566" y="918"/>
                  </a:lnTo>
                  <a:lnTo>
                    <a:pt x="767" y="843"/>
                  </a:lnTo>
                  <a:lnTo>
                    <a:pt x="880" y="792"/>
                  </a:lnTo>
                  <a:lnTo>
                    <a:pt x="968" y="679"/>
                  </a:lnTo>
                  <a:lnTo>
                    <a:pt x="930" y="528"/>
                  </a:lnTo>
                  <a:lnTo>
                    <a:pt x="893" y="503"/>
                  </a:lnTo>
                  <a:lnTo>
                    <a:pt x="880" y="465"/>
                  </a:lnTo>
                  <a:lnTo>
                    <a:pt x="767" y="201"/>
                  </a:lnTo>
                  <a:lnTo>
                    <a:pt x="591" y="50"/>
                  </a:lnTo>
                  <a:lnTo>
                    <a:pt x="440" y="13"/>
                  </a:lnTo>
                  <a:lnTo>
                    <a:pt x="28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461;p20">
              <a:extLst>
                <a:ext uri="{FF2B5EF4-FFF2-40B4-BE49-F238E27FC236}">
                  <a16:creationId xmlns:a16="http://schemas.microsoft.com/office/drawing/2014/main" id="{6190C44A-B51B-CC92-690C-CFA3904B729F}"/>
                </a:ext>
              </a:extLst>
            </p:cNvPr>
            <p:cNvSpPr/>
            <p:nvPr/>
          </p:nvSpPr>
          <p:spPr>
            <a:xfrm>
              <a:off x="1928654" y="1480536"/>
              <a:ext cx="276025" cy="522733"/>
            </a:xfrm>
            <a:custGeom>
              <a:avLst/>
              <a:gdLst/>
              <a:ahLst/>
              <a:cxnLst/>
              <a:rect l="l" t="t" r="r" b="b"/>
              <a:pathLst>
                <a:path w="3446" h="6526" extrusionOk="0">
                  <a:moveTo>
                    <a:pt x="2691" y="0"/>
                  </a:moveTo>
                  <a:lnTo>
                    <a:pt x="2578" y="13"/>
                  </a:lnTo>
                  <a:lnTo>
                    <a:pt x="2427" y="139"/>
                  </a:lnTo>
                  <a:lnTo>
                    <a:pt x="2263" y="315"/>
                  </a:lnTo>
                  <a:lnTo>
                    <a:pt x="2037" y="428"/>
                  </a:lnTo>
                  <a:lnTo>
                    <a:pt x="1697" y="428"/>
                  </a:lnTo>
                  <a:lnTo>
                    <a:pt x="1509" y="503"/>
                  </a:lnTo>
                  <a:lnTo>
                    <a:pt x="1383" y="730"/>
                  </a:lnTo>
                  <a:lnTo>
                    <a:pt x="1295" y="855"/>
                  </a:lnTo>
                  <a:lnTo>
                    <a:pt x="1270" y="868"/>
                  </a:lnTo>
                  <a:lnTo>
                    <a:pt x="1119" y="994"/>
                  </a:lnTo>
                  <a:lnTo>
                    <a:pt x="1081" y="1107"/>
                  </a:lnTo>
                  <a:lnTo>
                    <a:pt x="1132" y="1358"/>
                  </a:lnTo>
                  <a:lnTo>
                    <a:pt x="1169" y="1459"/>
                  </a:lnTo>
                  <a:lnTo>
                    <a:pt x="1144" y="1434"/>
                  </a:lnTo>
                  <a:lnTo>
                    <a:pt x="918" y="1270"/>
                  </a:lnTo>
                  <a:lnTo>
                    <a:pt x="767" y="1258"/>
                  </a:lnTo>
                  <a:lnTo>
                    <a:pt x="704" y="1283"/>
                  </a:lnTo>
                  <a:lnTo>
                    <a:pt x="666" y="1358"/>
                  </a:lnTo>
                  <a:lnTo>
                    <a:pt x="641" y="1471"/>
                  </a:lnTo>
                  <a:lnTo>
                    <a:pt x="566" y="1547"/>
                  </a:lnTo>
                  <a:lnTo>
                    <a:pt x="465" y="1572"/>
                  </a:lnTo>
                  <a:lnTo>
                    <a:pt x="264" y="1610"/>
                  </a:lnTo>
                  <a:lnTo>
                    <a:pt x="25" y="1786"/>
                  </a:lnTo>
                  <a:lnTo>
                    <a:pt x="0" y="1874"/>
                  </a:lnTo>
                  <a:lnTo>
                    <a:pt x="38" y="1924"/>
                  </a:lnTo>
                  <a:lnTo>
                    <a:pt x="201" y="1937"/>
                  </a:lnTo>
                  <a:lnTo>
                    <a:pt x="252" y="2025"/>
                  </a:lnTo>
                  <a:lnTo>
                    <a:pt x="239" y="2125"/>
                  </a:lnTo>
                  <a:lnTo>
                    <a:pt x="201" y="2352"/>
                  </a:lnTo>
                  <a:lnTo>
                    <a:pt x="226" y="2603"/>
                  </a:lnTo>
                  <a:lnTo>
                    <a:pt x="289" y="2704"/>
                  </a:lnTo>
                  <a:lnTo>
                    <a:pt x="327" y="2704"/>
                  </a:lnTo>
                  <a:lnTo>
                    <a:pt x="415" y="2716"/>
                  </a:lnTo>
                  <a:lnTo>
                    <a:pt x="516" y="2729"/>
                  </a:lnTo>
                  <a:lnTo>
                    <a:pt x="591" y="2628"/>
                  </a:lnTo>
                  <a:lnTo>
                    <a:pt x="679" y="2515"/>
                  </a:lnTo>
                  <a:lnTo>
                    <a:pt x="767" y="2440"/>
                  </a:lnTo>
                  <a:lnTo>
                    <a:pt x="805" y="2465"/>
                  </a:lnTo>
                  <a:lnTo>
                    <a:pt x="805" y="2490"/>
                  </a:lnTo>
                  <a:lnTo>
                    <a:pt x="792" y="2590"/>
                  </a:lnTo>
                  <a:lnTo>
                    <a:pt x="717" y="2754"/>
                  </a:lnTo>
                  <a:lnTo>
                    <a:pt x="729" y="2855"/>
                  </a:lnTo>
                  <a:lnTo>
                    <a:pt x="767" y="2880"/>
                  </a:lnTo>
                  <a:lnTo>
                    <a:pt x="868" y="2917"/>
                  </a:lnTo>
                  <a:lnTo>
                    <a:pt x="1006" y="2892"/>
                  </a:lnTo>
                  <a:lnTo>
                    <a:pt x="1107" y="2829"/>
                  </a:lnTo>
                  <a:lnTo>
                    <a:pt x="1195" y="2766"/>
                  </a:lnTo>
                  <a:lnTo>
                    <a:pt x="1283" y="2779"/>
                  </a:lnTo>
                  <a:lnTo>
                    <a:pt x="1383" y="2741"/>
                  </a:lnTo>
                  <a:lnTo>
                    <a:pt x="1471" y="2666"/>
                  </a:lnTo>
                  <a:lnTo>
                    <a:pt x="1572" y="2515"/>
                  </a:lnTo>
                  <a:lnTo>
                    <a:pt x="1647" y="2389"/>
                  </a:lnTo>
                  <a:lnTo>
                    <a:pt x="1697" y="2339"/>
                  </a:lnTo>
                  <a:lnTo>
                    <a:pt x="1773" y="2314"/>
                  </a:lnTo>
                  <a:lnTo>
                    <a:pt x="1823" y="2414"/>
                  </a:lnTo>
                  <a:lnTo>
                    <a:pt x="1798" y="2553"/>
                  </a:lnTo>
                  <a:lnTo>
                    <a:pt x="1773" y="2666"/>
                  </a:lnTo>
                  <a:lnTo>
                    <a:pt x="1723" y="2754"/>
                  </a:lnTo>
                  <a:lnTo>
                    <a:pt x="1534" y="2829"/>
                  </a:lnTo>
                  <a:lnTo>
                    <a:pt x="1333" y="2892"/>
                  </a:lnTo>
                  <a:lnTo>
                    <a:pt x="1257" y="3005"/>
                  </a:lnTo>
                  <a:lnTo>
                    <a:pt x="1308" y="3106"/>
                  </a:lnTo>
                  <a:lnTo>
                    <a:pt x="1371" y="3181"/>
                  </a:lnTo>
                  <a:lnTo>
                    <a:pt x="1496" y="3345"/>
                  </a:lnTo>
                  <a:lnTo>
                    <a:pt x="1572" y="3584"/>
                  </a:lnTo>
                  <a:lnTo>
                    <a:pt x="1547" y="3647"/>
                  </a:lnTo>
                  <a:lnTo>
                    <a:pt x="1484" y="3634"/>
                  </a:lnTo>
                  <a:lnTo>
                    <a:pt x="1383" y="3546"/>
                  </a:lnTo>
                  <a:lnTo>
                    <a:pt x="1245" y="3269"/>
                  </a:lnTo>
                  <a:lnTo>
                    <a:pt x="1157" y="3181"/>
                  </a:lnTo>
                  <a:lnTo>
                    <a:pt x="1056" y="3119"/>
                  </a:lnTo>
                  <a:lnTo>
                    <a:pt x="880" y="3119"/>
                  </a:lnTo>
                  <a:lnTo>
                    <a:pt x="767" y="3156"/>
                  </a:lnTo>
                  <a:lnTo>
                    <a:pt x="717" y="3194"/>
                  </a:lnTo>
                  <a:lnTo>
                    <a:pt x="692" y="3244"/>
                  </a:lnTo>
                  <a:lnTo>
                    <a:pt x="767" y="3395"/>
                  </a:lnTo>
                  <a:lnTo>
                    <a:pt x="868" y="3634"/>
                  </a:lnTo>
                  <a:lnTo>
                    <a:pt x="968" y="3873"/>
                  </a:lnTo>
                  <a:lnTo>
                    <a:pt x="1107" y="4112"/>
                  </a:lnTo>
                  <a:lnTo>
                    <a:pt x="1220" y="4150"/>
                  </a:lnTo>
                  <a:lnTo>
                    <a:pt x="1333" y="4200"/>
                  </a:lnTo>
                  <a:lnTo>
                    <a:pt x="1383" y="4300"/>
                  </a:lnTo>
                  <a:lnTo>
                    <a:pt x="1345" y="4351"/>
                  </a:lnTo>
                  <a:lnTo>
                    <a:pt x="1295" y="4363"/>
                  </a:lnTo>
                  <a:lnTo>
                    <a:pt x="1182" y="4363"/>
                  </a:lnTo>
                  <a:lnTo>
                    <a:pt x="1006" y="4351"/>
                  </a:lnTo>
                  <a:lnTo>
                    <a:pt x="855" y="4439"/>
                  </a:lnTo>
                  <a:lnTo>
                    <a:pt x="780" y="4514"/>
                  </a:lnTo>
                  <a:lnTo>
                    <a:pt x="679" y="4653"/>
                  </a:lnTo>
                  <a:lnTo>
                    <a:pt x="654" y="4791"/>
                  </a:lnTo>
                  <a:lnTo>
                    <a:pt x="717" y="4891"/>
                  </a:lnTo>
                  <a:lnTo>
                    <a:pt x="767" y="4942"/>
                  </a:lnTo>
                  <a:lnTo>
                    <a:pt x="893" y="4979"/>
                  </a:lnTo>
                  <a:lnTo>
                    <a:pt x="1006" y="4942"/>
                  </a:lnTo>
                  <a:lnTo>
                    <a:pt x="1056" y="4967"/>
                  </a:lnTo>
                  <a:lnTo>
                    <a:pt x="1069" y="5030"/>
                  </a:lnTo>
                  <a:lnTo>
                    <a:pt x="1081" y="5168"/>
                  </a:lnTo>
                  <a:lnTo>
                    <a:pt x="1144" y="5344"/>
                  </a:lnTo>
                  <a:lnTo>
                    <a:pt x="1207" y="5407"/>
                  </a:lnTo>
                  <a:lnTo>
                    <a:pt x="1245" y="5420"/>
                  </a:lnTo>
                  <a:lnTo>
                    <a:pt x="1283" y="5420"/>
                  </a:lnTo>
                  <a:lnTo>
                    <a:pt x="1295" y="5508"/>
                  </a:lnTo>
                  <a:lnTo>
                    <a:pt x="1232" y="5583"/>
                  </a:lnTo>
                  <a:lnTo>
                    <a:pt x="1107" y="5545"/>
                  </a:lnTo>
                  <a:lnTo>
                    <a:pt x="1019" y="5445"/>
                  </a:lnTo>
                  <a:lnTo>
                    <a:pt x="968" y="5369"/>
                  </a:lnTo>
                  <a:lnTo>
                    <a:pt x="842" y="5231"/>
                  </a:lnTo>
                  <a:lnTo>
                    <a:pt x="717" y="5193"/>
                  </a:lnTo>
                  <a:lnTo>
                    <a:pt x="641" y="5218"/>
                  </a:lnTo>
                  <a:lnTo>
                    <a:pt x="591" y="5243"/>
                  </a:lnTo>
                  <a:lnTo>
                    <a:pt x="629" y="5357"/>
                  </a:lnTo>
                  <a:lnTo>
                    <a:pt x="729" y="5495"/>
                  </a:lnTo>
                  <a:lnTo>
                    <a:pt x="792" y="5621"/>
                  </a:lnTo>
                  <a:lnTo>
                    <a:pt x="767" y="5671"/>
                  </a:lnTo>
                  <a:lnTo>
                    <a:pt x="553" y="5860"/>
                  </a:lnTo>
                  <a:lnTo>
                    <a:pt x="340" y="6086"/>
                  </a:lnTo>
                  <a:lnTo>
                    <a:pt x="302" y="6136"/>
                  </a:lnTo>
                  <a:lnTo>
                    <a:pt x="302" y="6249"/>
                  </a:lnTo>
                  <a:lnTo>
                    <a:pt x="365" y="6337"/>
                  </a:lnTo>
                  <a:lnTo>
                    <a:pt x="490" y="6400"/>
                  </a:lnTo>
                  <a:lnTo>
                    <a:pt x="566" y="6400"/>
                  </a:lnTo>
                  <a:lnTo>
                    <a:pt x="704" y="6388"/>
                  </a:lnTo>
                  <a:lnTo>
                    <a:pt x="918" y="6350"/>
                  </a:lnTo>
                  <a:lnTo>
                    <a:pt x="1019" y="6400"/>
                  </a:lnTo>
                  <a:lnTo>
                    <a:pt x="1081" y="6476"/>
                  </a:lnTo>
                  <a:lnTo>
                    <a:pt x="1157" y="6526"/>
                  </a:lnTo>
                  <a:lnTo>
                    <a:pt x="1320" y="6400"/>
                  </a:lnTo>
                  <a:lnTo>
                    <a:pt x="1496" y="6262"/>
                  </a:lnTo>
                  <a:lnTo>
                    <a:pt x="1635" y="6212"/>
                  </a:lnTo>
                  <a:lnTo>
                    <a:pt x="1748" y="6275"/>
                  </a:lnTo>
                  <a:lnTo>
                    <a:pt x="1848" y="6363"/>
                  </a:lnTo>
                  <a:lnTo>
                    <a:pt x="1886" y="6488"/>
                  </a:lnTo>
                  <a:lnTo>
                    <a:pt x="1987" y="6526"/>
                  </a:lnTo>
                  <a:lnTo>
                    <a:pt x="2062" y="6526"/>
                  </a:lnTo>
                  <a:lnTo>
                    <a:pt x="2150" y="6451"/>
                  </a:lnTo>
                  <a:lnTo>
                    <a:pt x="2238" y="6312"/>
                  </a:lnTo>
                  <a:lnTo>
                    <a:pt x="2364" y="6186"/>
                  </a:lnTo>
                  <a:lnTo>
                    <a:pt x="2464" y="6149"/>
                  </a:lnTo>
                  <a:lnTo>
                    <a:pt x="2552" y="6098"/>
                  </a:lnTo>
                  <a:lnTo>
                    <a:pt x="2565" y="5948"/>
                  </a:lnTo>
                  <a:lnTo>
                    <a:pt x="2464" y="5772"/>
                  </a:lnTo>
                  <a:lnTo>
                    <a:pt x="2314" y="5646"/>
                  </a:lnTo>
                  <a:lnTo>
                    <a:pt x="2238" y="5633"/>
                  </a:lnTo>
                  <a:lnTo>
                    <a:pt x="2087" y="5646"/>
                  </a:lnTo>
                  <a:lnTo>
                    <a:pt x="1848" y="5658"/>
                  </a:lnTo>
                  <a:lnTo>
                    <a:pt x="1760" y="5633"/>
                  </a:lnTo>
                  <a:lnTo>
                    <a:pt x="1760" y="5596"/>
                  </a:lnTo>
                  <a:lnTo>
                    <a:pt x="1811" y="5545"/>
                  </a:lnTo>
                  <a:lnTo>
                    <a:pt x="1999" y="5533"/>
                  </a:lnTo>
                  <a:lnTo>
                    <a:pt x="2138" y="5482"/>
                  </a:lnTo>
                  <a:lnTo>
                    <a:pt x="2200" y="5420"/>
                  </a:lnTo>
                  <a:lnTo>
                    <a:pt x="2288" y="5294"/>
                  </a:lnTo>
                  <a:lnTo>
                    <a:pt x="2364" y="5168"/>
                  </a:lnTo>
                  <a:lnTo>
                    <a:pt x="2351" y="5067"/>
                  </a:lnTo>
                  <a:lnTo>
                    <a:pt x="2351" y="5017"/>
                  </a:lnTo>
                  <a:lnTo>
                    <a:pt x="2414" y="4992"/>
                  </a:lnTo>
                  <a:lnTo>
                    <a:pt x="2502" y="4979"/>
                  </a:lnTo>
                  <a:lnTo>
                    <a:pt x="2590" y="4891"/>
                  </a:lnTo>
                  <a:lnTo>
                    <a:pt x="2615" y="4791"/>
                  </a:lnTo>
                  <a:lnTo>
                    <a:pt x="2678" y="4565"/>
                  </a:lnTo>
                  <a:lnTo>
                    <a:pt x="2804" y="4250"/>
                  </a:lnTo>
                  <a:lnTo>
                    <a:pt x="2817" y="4099"/>
                  </a:lnTo>
                  <a:lnTo>
                    <a:pt x="2766" y="4036"/>
                  </a:lnTo>
                  <a:lnTo>
                    <a:pt x="2628" y="3974"/>
                  </a:lnTo>
                  <a:lnTo>
                    <a:pt x="2402" y="3948"/>
                  </a:lnTo>
                  <a:lnTo>
                    <a:pt x="2314" y="3911"/>
                  </a:lnTo>
                  <a:lnTo>
                    <a:pt x="2314" y="3873"/>
                  </a:lnTo>
                  <a:lnTo>
                    <a:pt x="2376" y="3785"/>
                  </a:lnTo>
                  <a:lnTo>
                    <a:pt x="2666" y="3596"/>
                  </a:lnTo>
                  <a:lnTo>
                    <a:pt x="2716" y="3496"/>
                  </a:lnTo>
                  <a:lnTo>
                    <a:pt x="2703" y="3395"/>
                  </a:lnTo>
                  <a:lnTo>
                    <a:pt x="2716" y="3244"/>
                  </a:lnTo>
                  <a:lnTo>
                    <a:pt x="2817" y="3219"/>
                  </a:lnTo>
                  <a:lnTo>
                    <a:pt x="2930" y="3207"/>
                  </a:lnTo>
                  <a:lnTo>
                    <a:pt x="3030" y="3144"/>
                  </a:lnTo>
                  <a:lnTo>
                    <a:pt x="3043" y="3005"/>
                  </a:lnTo>
                  <a:lnTo>
                    <a:pt x="3030" y="2880"/>
                  </a:lnTo>
                  <a:lnTo>
                    <a:pt x="3030" y="2716"/>
                  </a:lnTo>
                  <a:lnTo>
                    <a:pt x="3156" y="2289"/>
                  </a:lnTo>
                  <a:lnTo>
                    <a:pt x="3345" y="1836"/>
                  </a:lnTo>
                  <a:lnTo>
                    <a:pt x="3445" y="1497"/>
                  </a:lnTo>
                  <a:lnTo>
                    <a:pt x="3407" y="1421"/>
                  </a:lnTo>
                  <a:lnTo>
                    <a:pt x="3307" y="1358"/>
                  </a:lnTo>
                  <a:lnTo>
                    <a:pt x="3169" y="1371"/>
                  </a:lnTo>
                  <a:lnTo>
                    <a:pt x="3118" y="1346"/>
                  </a:lnTo>
                  <a:lnTo>
                    <a:pt x="3131" y="1283"/>
                  </a:lnTo>
                  <a:lnTo>
                    <a:pt x="3194" y="1094"/>
                  </a:lnTo>
                  <a:lnTo>
                    <a:pt x="3345" y="692"/>
                  </a:lnTo>
                  <a:lnTo>
                    <a:pt x="3319" y="528"/>
                  </a:lnTo>
                  <a:lnTo>
                    <a:pt x="3257" y="428"/>
                  </a:lnTo>
                  <a:lnTo>
                    <a:pt x="3194" y="403"/>
                  </a:lnTo>
                  <a:lnTo>
                    <a:pt x="3068" y="340"/>
                  </a:lnTo>
                  <a:lnTo>
                    <a:pt x="2942" y="214"/>
                  </a:lnTo>
                  <a:lnTo>
                    <a:pt x="2879" y="88"/>
                  </a:lnTo>
                  <a:lnTo>
                    <a:pt x="2779" y="13"/>
                  </a:lnTo>
                  <a:lnTo>
                    <a:pt x="269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462;p20">
              <a:extLst>
                <a:ext uri="{FF2B5EF4-FFF2-40B4-BE49-F238E27FC236}">
                  <a16:creationId xmlns:a16="http://schemas.microsoft.com/office/drawing/2014/main" id="{C1BE43AD-1D70-9953-F2C3-383855008891}"/>
                </a:ext>
              </a:extLst>
            </p:cNvPr>
            <p:cNvSpPr/>
            <p:nvPr/>
          </p:nvSpPr>
          <p:spPr>
            <a:xfrm>
              <a:off x="1868178" y="1663807"/>
              <a:ext cx="125997" cy="209542"/>
            </a:xfrm>
            <a:custGeom>
              <a:avLst/>
              <a:gdLst/>
              <a:ahLst/>
              <a:cxnLst/>
              <a:rect l="l" t="t" r="r" b="b"/>
              <a:pathLst>
                <a:path w="1573" h="2616" extrusionOk="0">
                  <a:moveTo>
                    <a:pt x="516" y="1"/>
                  </a:moveTo>
                  <a:lnTo>
                    <a:pt x="466" y="38"/>
                  </a:lnTo>
                  <a:lnTo>
                    <a:pt x="378" y="101"/>
                  </a:lnTo>
                  <a:lnTo>
                    <a:pt x="302" y="152"/>
                  </a:lnTo>
                  <a:lnTo>
                    <a:pt x="277" y="315"/>
                  </a:lnTo>
                  <a:lnTo>
                    <a:pt x="252" y="478"/>
                  </a:lnTo>
                  <a:lnTo>
                    <a:pt x="189" y="504"/>
                  </a:lnTo>
                  <a:lnTo>
                    <a:pt x="139" y="567"/>
                  </a:lnTo>
                  <a:lnTo>
                    <a:pt x="101" y="642"/>
                  </a:lnTo>
                  <a:lnTo>
                    <a:pt x="164" y="768"/>
                  </a:lnTo>
                  <a:lnTo>
                    <a:pt x="177" y="843"/>
                  </a:lnTo>
                  <a:lnTo>
                    <a:pt x="139" y="893"/>
                  </a:lnTo>
                  <a:lnTo>
                    <a:pt x="38" y="893"/>
                  </a:lnTo>
                  <a:lnTo>
                    <a:pt x="1" y="931"/>
                  </a:lnTo>
                  <a:lnTo>
                    <a:pt x="13" y="981"/>
                  </a:lnTo>
                  <a:lnTo>
                    <a:pt x="38" y="1195"/>
                  </a:lnTo>
                  <a:lnTo>
                    <a:pt x="13" y="1422"/>
                  </a:lnTo>
                  <a:lnTo>
                    <a:pt x="13" y="1484"/>
                  </a:lnTo>
                  <a:lnTo>
                    <a:pt x="64" y="1572"/>
                  </a:lnTo>
                  <a:lnTo>
                    <a:pt x="214" y="1635"/>
                  </a:lnTo>
                  <a:lnTo>
                    <a:pt x="390" y="1648"/>
                  </a:lnTo>
                  <a:lnTo>
                    <a:pt x="554" y="1660"/>
                  </a:lnTo>
                  <a:lnTo>
                    <a:pt x="629" y="1723"/>
                  </a:lnTo>
                  <a:lnTo>
                    <a:pt x="617" y="1736"/>
                  </a:lnTo>
                  <a:lnTo>
                    <a:pt x="604" y="1774"/>
                  </a:lnTo>
                  <a:lnTo>
                    <a:pt x="478" y="1874"/>
                  </a:lnTo>
                  <a:lnTo>
                    <a:pt x="390" y="1924"/>
                  </a:lnTo>
                  <a:lnTo>
                    <a:pt x="315" y="2075"/>
                  </a:lnTo>
                  <a:lnTo>
                    <a:pt x="365" y="2151"/>
                  </a:lnTo>
                  <a:lnTo>
                    <a:pt x="428" y="2163"/>
                  </a:lnTo>
                  <a:lnTo>
                    <a:pt x="504" y="2188"/>
                  </a:lnTo>
                  <a:lnTo>
                    <a:pt x="579" y="2289"/>
                  </a:lnTo>
                  <a:lnTo>
                    <a:pt x="654" y="2503"/>
                  </a:lnTo>
                  <a:lnTo>
                    <a:pt x="755" y="2591"/>
                  </a:lnTo>
                  <a:lnTo>
                    <a:pt x="830" y="2616"/>
                  </a:lnTo>
                  <a:lnTo>
                    <a:pt x="981" y="2541"/>
                  </a:lnTo>
                  <a:lnTo>
                    <a:pt x="1208" y="2289"/>
                  </a:lnTo>
                  <a:lnTo>
                    <a:pt x="1283" y="2075"/>
                  </a:lnTo>
                  <a:lnTo>
                    <a:pt x="1346" y="1924"/>
                  </a:lnTo>
                  <a:lnTo>
                    <a:pt x="1497" y="1824"/>
                  </a:lnTo>
                  <a:lnTo>
                    <a:pt x="1560" y="1736"/>
                  </a:lnTo>
                  <a:lnTo>
                    <a:pt x="1572" y="1686"/>
                  </a:lnTo>
                  <a:lnTo>
                    <a:pt x="1535" y="1610"/>
                  </a:lnTo>
                  <a:lnTo>
                    <a:pt x="1409" y="1510"/>
                  </a:lnTo>
                  <a:lnTo>
                    <a:pt x="1359" y="1409"/>
                  </a:lnTo>
                  <a:lnTo>
                    <a:pt x="1333" y="1308"/>
                  </a:lnTo>
                  <a:lnTo>
                    <a:pt x="1296" y="1233"/>
                  </a:lnTo>
                  <a:lnTo>
                    <a:pt x="1208" y="1195"/>
                  </a:lnTo>
                  <a:lnTo>
                    <a:pt x="1157" y="1170"/>
                  </a:lnTo>
                  <a:lnTo>
                    <a:pt x="1120" y="1069"/>
                  </a:lnTo>
                  <a:lnTo>
                    <a:pt x="1107" y="893"/>
                  </a:lnTo>
                  <a:lnTo>
                    <a:pt x="1057" y="768"/>
                  </a:lnTo>
                  <a:lnTo>
                    <a:pt x="981" y="667"/>
                  </a:lnTo>
                  <a:lnTo>
                    <a:pt x="856" y="516"/>
                  </a:lnTo>
                  <a:lnTo>
                    <a:pt x="818" y="353"/>
                  </a:lnTo>
                  <a:lnTo>
                    <a:pt x="768" y="164"/>
                  </a:lnTo>
                  <a:lnTo>
                    <a:pt x="61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463;p20">
              <a:extLst>
                <a:ext uri="{FF2B5EF4-FFF2-40B4-BE49-F238E27FC236}">
                  <a16:creationId xmlns:a16="http://schemas.microsoft.com/office/drawing/2014/main" id="{738B2FFC-6A8B-2263-561D-809A663AA7E6}"/>
                </a:ext>
              </a:extLst>
            </p:cNvPr>
            <p:cNvSpPr/>
            <p:nvPr/>
          </p:nvSpPr>
          <p:spPr>
            <a:xfrm>
              <a:off x="1841985" y="1954895"/>
              <a:ext cx="278027" cy="173336"/>
            </a:xfrm>
            <a:custGeom>
              <a:avLst/>
              <a:gdLst/>
              <a:ahLst/>
              <a:cxnLst/>
              <a:rect l="l" t="t" r="r" b="b"/>
              <a:pathLst>
                <a:path w="3471" h="2164" extrusionOk="0">
                  <a:moveTo>
                    <a:pt x="114" y="0"/>
                  </a:moveTo>
                  <a:lnTo>
                    <a:pt x="51" y="13"/>
                  </a:lnTo>
                  <a:lnTo>
                    <a:pt x="1" y="88"/>
                  </a:lnTo>
                  <a:lnTo>
                    <a:pt x="64" y="264"/>
                  </a:lnTo>
                  <a:lnTo>
                    <a:pt x="152" y="415"/>
                  </a:lnTo>
                  <a:lnTo>
                    <a:pt x="202" y="491"/>
                  </a:lnTo>
                  <a:lnTo>
                    <a:pt x="315" y="554"/>
                  </a:lnTo>
                  <a:lnTo>
                    <a:pt x="504" y="591"/>
                  </a:lnTo>
                  <a:lnTo>
                    <a:pt x="554" y="642"/>
                  </a:lnTo>
                  <a:lnTo>
                    <a:pt x="604" y="780"/>
                  </a:lnTo>
                  <a:lnTo>
                    <a:pt x="780" y="1082"/>
                  </a:lnTo>
                  <a:lnTo>
                    <a:pt x="818" y="1170"/>
                  </a:lnTo>
                  <a:lnTo>
                    <a:pt x="831" y="1296"/>
                  </a:lnTo>
                  <a:lnTo>
                    <a:pt x="755" y="1484"/>
                  </a:lnTo>
                  <a:lnTo>
                    <a:pt x="717" y="1710"/>
                  </a:lnTo>
                  <a:lnTo>
                    <a:pt x="717" y="1836"/>
                  </a:lnTo>
                  <a:lnTo>
                    <a:pt x="793" y="1987"/>
                  </a:lnTo>
                  <a:lnTo>
                    <a:pt x="944" y="2050"/>
                  </a:lnTo>
                  <a:lnTo>
                    <a:pt x="1132" y="2012"/>
                  </a:lnTo>
                  <a:lnTo>
                    <a:pt x="1220" y="1962"/>
                  </a:lnTo>
                  <a:lnTo>
                    <a:pt x="1308" y="1912"/>
                  </a:lnTo>
                  <a:lnTo>
                    <a:pt x="1422" y="1924"/>
                  </a:lnTo>
                  <a:lnTo>
                    <a:pt x="1522" y="2000"/>
                  </a:lnTo>
                  <a:lnTo>
                    <a:pt x="1673" y="2075"/>
                  </a:lnTo>
                  <a:lnTo>
                    <a:pt x="2012" y="2075"/>
                  </a:lnTo>
                  <a:lnTo>
                    <a:pt x="2302" y="2151"/>
                  </a:lnTo>
                  <a:lnTo>
                    <a:pt x="2490" y="2163"/>
                  </a:lnTo>
                  <a:lnTo>
                    <a:pt x="2578" y="2163"/>
                  </a:lnTo>
                  <a:lnTo>
                    <a:pt x="2654" y="2113"/>
                  </a:lnTo>
                  <a:lnTo>
                    <a:pt x="2691" y="2037"/>
                  </a:lnTo>
                  <a:lnTo>
                    <a:pt x="2742" y="1987"/>
                  </a:lnTo>
                  <a:lnTo>
                    <a:pt x="2805" y="1987"/>
                  </a:lnTo>
                  <a:lnTo>
                    <a:pt x="2943" y="2000"/>
                  </a:lnTo>
                  <a:lnTo>
                    <a:pt x="3132" y="2012"/>
                  </a:lnTo>
                  <a:lnTo>
                    <a:pt x="3245" y="1962"/>
                  </a:lnTo>
                  <a:lnTo>
                    <a:pt x="3308" y="1899"/>
                  </a:lnTo>
                  <a:lnTo>
                    <a:pt x="3408" y="1736"/>
                  </a:lnTo>
                  <a:lnTo>
                    <a:pt x="3471" y="1472"/>
                  </a:lnTo>
                  <a:lnTo>
                    <a:pt x="3421" y="1283"/>
                  </a:lnTo>
                  <a:lnTo>
                    <a:pt x="3358" y="1182"/>
                  </a:lnTo>
                  <a:lnTo>
                    <a:pt x="3270" y="1094"/>
                  </a:lnTo>
                  <a:lnTo>
                    <a:pt x="3031" y="1006"/>
                  </a:lnTo>
                  <a:lnTo>
                    <a:pt x="2742" y="1019"/>
                  </a:lnTo>
                  <a:lnTo>
                    <a:pt x="2478" y="1107"/>
                  </a:lnTo>
                  <a:lnTo>
                    <a:pt x="2377" y="1157"/>
                  </a:lnTo>
                  <a:lnTo>
                    <a:pt x="2226" y="1258"/>
                  </a:lnTo>
                  <a:lnTo>
                    <a:pt x="2038" y="1333"/>
                  </a:lnTo>
                  <a:lnTo>
                    <a:pt x="1899" y="1270"/>
                  </a:lnTo>
                  <a:lnTo>
                    <a:pt x="1824" y="1233"/>
                  </a:lnTo>
                  <a:lnTo>
                    <a:pt x="1648" y="1245"/>
                  </a:lnTo>
                  <a:lnTo>
                    <a:pt x="1497" y="1283"/>
                  </a:lnTo>
                  <a:lnTo>
                    <a:pt x="1409" y="1296"/>
                  </a:lnTo>
                  <a:lnTo>
                    <a:pt x="1396" y="1270"/>
                  </a:lnTo>
                  <a:lnTo>
                    <a:pt x="1409" y="1182"/>
                  </a:lnTo>
                  <a:lnTo>
                    <a:pt x="1371" y="1031"/>
                  </a:lnTo>
                  <a:lnTo>
                    <a:pt x="1283" y="956"/>
                  </a:lnTo>
                  <a:lnTo>
                    <a:pt x="1233" y="918"/>
                  </a:lnTo>
                  <a:lnTo>
                    <a:pt x="1208" y="830"/>
                  </a:lnTo>
                  <a:lnTo>
                    <a:pt x="1246" y="705"/>
                  </a:lnTo>
                  <a:lnTo>
                    <a:pt x="1283" y="604"/>
                  </a:lnTo>
                  <a:lnTo>
                    <a:pt x="1271" y="566"/>
                  </a:lnTo>
                  <a:lnTo>
                    <a:pt x="1107" y="516"/>
                  </a:lnTo>
                  <a:lnTo>
                    <a:pt x="868" y="453"/>
                  </a:lnTo>
                  <a:lnTo>
                    <a:pt x="655" y="365"/>
                  </a:lnTo>
                  <a:lnTo>
                    <a:pt x="604" y="290"/>
                  </a:lnTo>
                  <a:lnTo>
                    <a:pt x="567" y="227"/>
                  </a:lnTo>
                  <a:lnTo>
                    <a:pt x="428" y="114"/>
                  </a:lnTo>
                  <a:lnTo>
                    <a:pt x="202" y="13"/>
                  </a:lnTo>
                  <a:lnTo>
                    <a:pt x="11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464;p20">
              <a:extLst>
                <a:ext uri="{FF2B5EF4-FFF2-40B4-BE49-F238E27FC236}">
                  <a16:creationId xmlns:a16="http://schemas.microsoft.com/office/drawing/2014/main" id="{C21D70C1-508C-9AD9-C636-3C767702A5D7}"/>
                </a:ext>
              </a:extLst>
            </p:cNvPr>
            <p:cNvSpPr/>
            <p:nvPr/>
          </p:nvSpPr>
          <p:spPr>
            <a:xfrm>
              <a:off x="1718149" y="1958900"/>
              <a:ext cx="168210" cy="156195"/>
            </a:xfrm>
            <a:custGeom>
              <a:avLst/>
              <a:gdLst/>
              <a:ahLst/>
              <a:cxnLst/>
              <a:rect l="l" t="t" r="r" b="b"/>
              <a:pathLst>
                <a:path w="2100" h="1950" extrusionOk="0">
                  <a:moveTo>
                    <a:pt x="38" y="1"/>
                  </a:moveTo>
                  <a:lnTo>
                    <a:pt x="0" y="38"/>
                  </a:lnTo>
                  <a:lnTo>
                    <a:pt x="63" y="227"/>
                  </a:lnTo>
                  <a:lnTo>
                    <a:pt x="101" y="428"/>
                  </a:lnTo>
                  <a:lnTo>
                    <a:pt x="126" y="617"/>
                  </a:lnTo>
                  <a:lnTo>
                    <a:pt x="252" y="818"/>
                  </a:lnTo>
                  <a:lnTo>
                    <a:pt x="403" y="868"/>
                  </a:lnTo>
                  <a:lnTo>
                    <a:pt x="528" y="906"/>
                  </a:lnTo>
                  <a:lnTo>
                    <a:pt x="579" y="969"/>
                  </a:lnTo>
                  <a:lnTo>
                    <a:pt x="553" y="1082"/>
                  </a:lnTo>
                  <a:lnTo>
                    <a:pt x="541" y="1208"/>
                  </a:lnTo>
                  <a:lnTo>
                    <a:pt x="616" y="1396"/>
                  </a:lnTo>
                  <a:lnTo>
                    <a:pt x="729" y="1497"/>
                  </a:lnTo>
                  <a:lnTo>
                    <a:pt x="817" y="1522"/>
                  </a:lnTo>
                  <a:lnTo>
                    <a:pt x="918" y="1547"/>
                  </a:lnTo>
                  <a:lnTo>
                    <a:pt x="1044" y="1484"/>
                  </a:lnTo>
                  <a:lnTo>
                    <a:pt x="1144" y="1296"/>
                  </a:lnTo>
                  <a:lnTo>
                    <a:pt x="1170" y="1183"/>
                  </a:lnTo>
                  <a:lnTo>
                    <a:pt x="1207" y="1120"/>
                  </a:lnTo>
                  <a:lnTo>
                    <a:pt x="1320" y="1132"/>
                  </a:lnTo>
                  <a:lnTo>
                    <a:pt x="1421" y="1233"/>
                  </a:lnTo>
                  <a:lnTo>
                    <a:pt x="1471" y="1334"/>
                  </a:lnTo>
                  <a:lnTo>
                    <a:pt x="1446" y="1497"/>
                  </a:lnTo>
                  <a:lnTo>
                    <a:pt x="1471" y="1648"/>
                  </a:lnTo>
                  <a:lnTo>
                    <a:pt x="1547" y="1799"/>
                  </a:lnTo>
                  <a:lnTo>
                    <a:pt x="1760" y="1937"/>
                  </a:lnTo>
                  <a:lnTo>
                    <a:pt x="1874" y="1950"/>
                  </a:lnTo>
                  <a:lnTo>
                    <a:pt x="1937" y="1937"/>
                  </a:lnTo>
                  <a:lnTo>
                    <a:pt x="1999" y="1862"/>
                  </a:lnTo>
                  <a:lnTo>
                    <a:pt x="2025" y="1673"/>
                  </a:lnTo>
                  <a:lnTo>
                    <a:pt x="2062" y="1497"/>
                  </a:lnTo>
                  <a:lnTo>
                    <a:pt x="2100" y="1346"/>
                  </a:lnTo>
                  <a:lnTo>
                    <a:pt x="2025" y="1220"/>
                  </a:lnTo>
                  <a:lnTo>
                    <a:pt x="1874" y="1157"/>
                  </a:lnTo>
                  <a:lnTo>
                    <a:pt x="1735" y="1107"/>
                  </a:lnTo>
                  <a:lnTo>
                    <a:pt x="1622" y="1145"/>
                  </a:lnTo>
                  <a:lnTo>
                    <a:pt x="1597" y="1157"/>
                  </a:lnTo>
                  <a:lnTo>
                    <a:pt x="1572" y="1170"/>
                  </a:lnTo>
                  <a:lnTo>
                    <a:pt x="1459" y="1082"/>
                  </a:lnTo>
                  <a:lnTo>
                    <a:pt x="1358" y="969"/>
                  </a:lnTo>
                  <a:lnTo>
                    <a:pt x="1283" y="868"/>
                  </a:lnTo>
                  <a:lnTo>
                    <a:pt x="1283" y="755"/>
                  </a:lnTo>
                  <a:lnTo>
                    <a:pt x="1295" y="592"/>
                  </a:lnTo>
                  <a:lnTo>
                    <a:pt x="1283" y="491"/>
                  </a:lnTo>
                  <a:lnTo>
                    <a:pt x="1220" y="353"/>
                  </a:lnTo>
                  <a:lnTo>
                    <a:pt x="1031" y="277"/>
                  </a:lnTo>
                  <a:lnTo>
                    <a:pt x="880" y="290"/>
                  </a:lnTo>
                  <a:lnTo>
                    <a:pt x="742" y="290"/>
                  </a:lnTo>
                  <a:lnTo>
                    <a:pt x="692" y="189"/>
                  </a:lnTo>
                  <a:lnTo>
                    <a:pt x="704" y="114"/>
                  </a:lnTo>
                  <a:lnTo>
                    <a:pt x="692" y="38"/>
                  </a:lnTo>
                  <a:lnTo>
                    <a:pt x="604" y="1"/>
                  </a:lnTo>
                  <a:lnTo>
                    <a:pt x="541" y="76"/>
                  </a:lnTo>
                  <a:lnTo>
                    <a:pt x="516" y="177"/>
                  </a:lnTo>
                  <a:lnTo>
                    <a:pt x="390" y="479"/>
                  </a:lnTo>
                  <a:lnTo>
                    <a:pt x="340" y="491"/>
                  </a:lnTo>
                  <a:lnTo>
                    <a:pt x="340" y="441"/>
                  </a:lnTo>
                  <a:lnTo>
                    <a:pt x="277" y="189"/>
                  </a:lnTo>
                  <a:lnTo>
                    <a:pt x="176" y="51"/>
                  </a:lnTo>
                  <a:lnTo>
                    <a:pt x="101" y="13"/>
                  </a:lnTo>
                  <a:lnTo>
                    <a:pt x="3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465;p20">
              <a:extLst>
                <a:ext uri="{FF2B5EF4-FFF2-40B4-BE49-F238E27FC236}">
                  <a16:creationId xmlns:a16="http://schemas.microsoft.com/office/drawing/2014/main" id="{B8498584-7D35-3FC3-DCDB-50C9651DEAD0}"/>
                </a:ext>
              </a:extLst>
            </p:cNvPr>
            <p:cNvSpPr/>
            <p:nvPr/>
          </p:nvSpPr>
          <p:spPr>
            <a:xfrm>
              <a:off x="1831892" y="1818963"/>
              <a:ext cx="56551" cy="101727"/>
            </a:xfrm>
            <a:custGeom>
              <a:avLst/>
              <a:gdLst/>
              <a:ahLst/>
              <a:cxnLst/>
              <a:rect l="l" t="t" r="r" b="b"/>
              <a:pathLst>
                <a:path w="706" h="1270" extrusionOk="0">
                  <a:moveTo>
                    <a:pt x="64" y="0"/>
                  </a:moveTo>
                  <a:lnTo>
                    <a:pt x="39" y="13"/>
                  </a:lnTo>
                  <a:lnTo>
                    <a:pt x="1" y="75"/>
                  </a:lnTo>
                  <a:lnTo>
                    <a:pt x="26" y="440"/>
                  </a:lnTo>
                  <a:lnTo>
                    <a:pt x="39" y="666"/>
                  </a:lnTo>
                  <a:lnTo>
                    <a:pt x="51" y="855"/>
                  </a:lnTo>
                  <a:lnTo>
                    <a:pt x="190" y="1006"/>
                  </a:lnTo>
                  <a:lnTo>
                    <a:pt x="215" y="1094"/>
                  </a:lnTo>
                  <a:lnTo>
                    <a:pt x="227" y="1144"/>
                  </a:lnTo>
                  <a:lnTo>
                    <a:pt x="290" y="1220"/>
                  </a:lnTo>
                  <a:lnTo>
                    <a:pt x="466" y="1257"/>
                  </a:lnTo>
                  <a:lnTo>
                    <a:pt x="592" y="1270"/>
                  </a:lnTo>
                  <a:lnTo>
                    <a:pt x="642" y="1257"/>
                  </a:lnTo>
                  <a:lnTo>
                    <a:pt x="705" y="1195"/>
                  </a:lnTo>
                  <a:lnTo>
                    <a:pt x="705" y="1094"/>
                  </a:lnTo>
                  <a:lnTo>
                    <a:pt x="642" y="1006"/>
                  </a:lnTo>
                  <a:lnTo>
                    <a:pt x="592" y="993"/>
                  </a:lnTo>
                  <a:lnTo>
                    <a:pt x="403" y="981"/>
                  </a:lnTo>
                  <a:lnTo>
                    <a:pt x="353" y="956"/>
                  </a:lnTo>
                  <a:lnTo>
                    <a:pt x="340" y="880"/>
                  </a:lnTo>
                  <a:lnTo>
                    <a:pt x="366" y="868"/>
                  </a:lnTo>
                  <a:lnTo>
                    <a:pt x="391" y="855"/>
                  </a:lnTo>
                  <a:lnTo>
                    <a:pt x="491" y="679"/>
                  </a:lnTo>
                  <a:lnTo>
                    <a:pt x="454" y="490"/>
                  </a:lnTo>
                  <a:lnTo>
                    <a:pt x="378" y="277"/>
                  </a:lnTo>
                  <a:lnTo>
                    <a:pt x="177" y="63"/>
                  </a:lnTo>
                  <a:lnTo>
                    <a:pt x="6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466;p20">
              <a:extLst>
                <a:ext uri="{FF2B5EF4-FFF2-40B4-BE49-F238E27FC236}">
                  <a16:creationId xmlns:a16="http://schemas.microsoft.com/office/drawing/2014/main" id="{B498953B-6F0D-FCE1-CBFC-AFA40CF908A7}"/>
                </a:ext>
              </a:extLst>
            </p:cNvPr>
            <p:cNvSpPr/>
            <p:nvPr/>
          </p:nvSpPr>
          <p:spPr>
            <a:xfrm>
              <a:off x="1730244" y="1768580"/>
              <a:ext cx="80581" cy="118949"/>
            </a:xfrm>
            <a:custGeom>
              <a:avLst/>
              <a:gdLst/>
              <a:ahLst/>
              <a:cxnLst/>
              <a:rect l="l" t="t" r="r" b="b"/>
              <a:pathLst>
                <a:path w="1006" h="1485" extrusionOk="0">
                  <a:moveTo>
                    <a:pt x="289" y="0"/>
                  </a:moveTo>
                  <a:lnTo>
                    <a:pt x="138" y="51"/>
                  </a:lnTo>
                  <a:lnTo>
                    <a:pt x="101" y="176"/>
                  </a:lnTo>
                  <a:lnTo>
                    <a:pt x="138" y="277"/>
                  </a:lnTo>
                  <a:lnTo>
                    <a:pt x="314" y="554"/>
                  </a:lnTo>
                  <a:lnTo>
                    <a:pt x="327" y="629"/>
                  </a:lnTo>
                  <a:lnTo>
                    <a:pt x="327" y="667"/>
                  </a:lnTo>
                  <a:lnTo>
                    <a:pt x="264" y="692"/>
                  </a:lnTo>
                  <a:lnTo>
                    <a:pt x="126" y="679"/>
                  </a:lnTo>
                  <a:lnTo>
                    <a:pt x="38" y="742"/>
                  </a:lnTo>
                  <a:lnTo>
                    <a:pt x="0" y="792"/>
                  </a:lnTo>
                  <a:lnTo>
                    <a:pt x="63" y="893"/>
                  </a:lnTo>
                  <a:lnTo>
                    <a:pt x="277" y="1019"/>
                  </a:lnTo>
                  <a:lnTo>
                    <a:pt x="428" y="1057"/>
                  </a:lnTo>
                  <a:lnTo>
                    <a:pt x="553" y="1119"/>
                  </a:lnTo>
                  <a:lnTo>
                    <a:pt x="742" y="1358"/>
                  </a:lnTo>
                  <a:lnTo>
                    <a:pt x="842" y="1446"/>
                  </a:lnTo>
                  <a:lnTo>
                    <a:pt x="880" y="1484"/>
                  </a:lnTo>
                  <a:lnTo>
                    <a:pt x="956" y="1459"/>
                  </a:lnTo>
                  <a:lnTo>
                    <a:pt x="1006" y="1283"/>
                  </a:lnTo>
                  <a:lnTo>
                    <a:pt x="993" y="1082"/>
                  </a:lnTo>
                  <a:lnTo>
                    <a:pt x="968" y="893"/>
                  </a:lnTo>
                  <a:lnTo>
                    <a:pt x="868" y="679"/>
                  </a:lnTo>
                  <a:lnTo>
                    <a:pt x="767" y="566"/>
                  </a:lnTo>
                  <a:lnTo>
                    <a:pt x="679" y="453"/>
                  </a:lnTo>
                  <a:lnTo>
                    <a:pt x="604" y="214"/>
                  </a:lnTo>
                  <a:lnTo>
                    <a:pt x="516" y="101"/>
                  </a:lnTo>
                  <a:lnTo>
                    <a:pt x="453" y="38"/>
                  </a:lnTo>
                  <a:lnTo>
                    <a:pt x="28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467;p20">
              <a:extLst>
                <a:ext uri="{FF2B5EF4-FFF2-40B4-BE49-F238E27FC236}">
                  <a16:creationId xmlns:a16="http://schemas.microsoft.com/office/drawing/2014/main" id="{FAD3A4F2-8A70-4D2F-BE85-127B67E096D8}"/>
                </a:ext>
              </a:extLst>
            </p:cNvPr>
            <p:cNvSpPr/>
            <p:nvPr/>
          </p:nvSpPr>
          <p:spPr>
            <a:xfrm>
              <a:off x="1502598" y="1916606"/>
              <a:ext cx="185351" cy="146102"/>
            </a:xfrm>
            <a:custGeom>
              <a:avLst/>
              <a:gdLst/>
              <a:ahLst/>
              <a:cxnLst/>
              <a:rect l="l" t="t" r="r" b="b"/>
              <a:pathLst>
                <a:path w="2314" h="1824" extrusionOk="0">
                  <a:moveTo>
                    <a:pt x="579" y="1"/>
                  </a:moveTo>
                  <a:lnTo>
                    <a:pt x="503" y="13"/>
                  </a:lnTo>
                  <a:lnTo>
                    <a:pt x="478" y="51"/>
                  </a:lnTo>
                  <a:lnTo>
                    <a:pt x="478" y="114"/>
                  </a:lnTo>
                  <a:lnTo>
                    <a:pt x="566" y="177"/>
                  </a:lnTo>
                  <a:lnTo>
                    <a:pt x="541" y="227"/>
                  </a:lnTo>
                  <a:lnTo>
                    <a:pt x="478" y="265"/>
                  </a:lnTo>
                  <a:lnTo>
                    <a:pt x="340" y="353"/>
                  </a:lnTo>
                  <a:lnTo>
                    <a:pt x="264" y="541"/>
                  </a:lnTo>
                  <a:lnTo>
                    <a:pt x="264" y="629"/>
                  </a:lnTo>
                  <a:lnTo>
                    <a:pt x="264" y="667"/>
                  </a:lnTo>
                  <a:lnTo>
                    <a:pt x="227" y="667"/>
                  </a:lnTo>
                  <a:lnTo>
                    <a:pt x="164" y="642"/>
                  </a:lnTo>
                  <a:lnTo>
                    <a:pt x="88" y="654"/>
                  </a:lnTo>
                  <a:lnTo>
                    <a:pt x="51" y="705"/>
                  </a:lnTo>
                  <a:lnTo>
                    <a:pt x="0" y="818"/>
                  </a:lnTo>
                  <a:lnTo>
                    <a:pt x="51" y="969"/>
                  </a:lnTo>
                  <a:lnTo>
                    <a:pt x="139" y="1032"/>
                  </a:lnTo>
                  <a:lnTo>
                    <a:pt x="327" y="1032"/>
                  </a:lnTo>
                  <a:lnTo>
                    <a:pt x="428" y="1044"/>
                  </a:lnTo>
                  <a:lnTo>
                    <a:pt x="441" y="1082"/>
                  </a:lnTo>
                  <a:lnTo>
                    <a:pt x="466" y="1132"/>
                  </a:lnTo>
                  <a:lnTo>
                    <a:pt x="617" y="1170"/>
                  </a:lnTo>
                  <a:lnTo>
                    <a:pt x="717" y="1183"/>
                  </a:lnTo>
                  <a:lnTo>
                    <a:pt x="805" y="1220"/>
                  </a:lnTo>
                  <a:lnTo>
                    <a:pt x="843" y="1321"/>
                  </a:lnTo>
                  <a:lnTo>
                    <a:pt x="793" y="1333"/>
                  </a:lnTo>
                  <a:lnTo>
                    <a:pt x="705" y="1359"/>
                  </a:lnTo>
                  <a:lnTo>
                    <a:pt x="516" y="1434"/>
                  </a:lnTo>
                  <a:lnTo>
                    <a:pt x="453" y="1509"/>
                  </a:lnTo>
                  <a:lnTo>
                    <a:pt x="466" y="1560"/>
                  </a:lnTo>
                  <a:lnTo>
                    <a:pt x="541" y="1648"/>
                  </a:lnTo>
                  <a:lnTo>
                    <a:pt x="830" y="1685"/>
                  </a:lnTo>
                  <a:lnTo>
                    <a:pt x="981" y="1673"/>
                  </a:lnTo>
                  <a:lnTo>
                    <a:pt x="1107" y="1673"/>
                  </a:lnTo>
                  <a:lnTo>
                    <a:pt x="1195" y="1685"/>
                  </a:lnTo>
                  <a:lnTo>
                    <a:pt x="1283" y="1723"/>
                  </a:lnTo>
                  <a:lnTo>
                    <a:pt x="1358" y="1748"/>
                  </a:lnTo>
                  <a:lnTo>
                    <a:pt x="1472" y="1711"/>
                  </a:lnTo>
                  <a:lnTo>
                    <a:pt x="1597" y="1723"/>
                  </a:lnTo>
                  <a:lnTo>
                    <a:pt x="1748" y="1748"/>
                  </a:lnTo>
                  <a:lnTo>
                    <a:pt x="1924" y="1824"/>
                  </a:lnTo>
                  <a:lnTo>
                    <a:pt x="2000" y="1811"/>
                  </a:lnTo>
                  <a:lnTo>
                    <a:pt x="2088" y="1723"/>
                  </a:lnTo>
                  <a:lnTo>
                    <a:pt x="2289" y="1359"/>
                  </a:lnTo>
                  <a:lnTo>
                    <a:pt x="2314" y="1183"/>
                  </a:lnTo>
                  <a:lnTo>
                    <a:pt x="2301" y="1107"/>
                  </a:lnTo>
                  <a:lnTo>
                    <a:pt x="2226" y="1032"/>
                  </a:lnTo>
                  <a:lnTo>
                    <a:pt x="2176" y="1007"/>
                  </a:lnTo>
                  <a:lnTo>
                    <a:pt x="2075" y="981"/>
                  </a:lnTo>
                  <a:lnTo>
                    <a:pt x="1949" y="843"/>
                  </a:lnTo>
                  <a:lnTo>
                    <a:pt x="1924" y="742"/>
                  </a:lnTo>
                  <a:lnTo>
                    <a:pt x="1924" y="717"/>
                  </a:lnTo>
                  <a:lnTo>
                    <a:pt x="1924" y="705"/>
                  </a:lnTo>
                  <a:lnTo>
                    <a:pt x="1937" y="529"/>
                  </a:lnTo>
                  <a:lnTo>
                    <a:pt x="1962" y="277"/>
                  </a:lnTo>
                  <a:lnTo>
                    <a:pt x="1937" y="164"/>
                  </a:lnTo>
                  <a:lnTo>
                    <a:pt x="1886" y="126"/>
                  </a:lnTo>
                  <a:lnTo>
                    <a:pt x="1836" y="114"/>
                  </a:lnTo>
                  <a:lnTo>
                    <a:pt x="1786" y="139"/>
                  </a:lnTo>
                  <a:lnTo>
                    <a:pt x="1761" y="252"/>
                  </a:lnTo>
                  <a:lnTo>
                    <a:pt x="1673" y="315"/>
                  </a:lnTo>
                  <a:lnTo>
                    <a:pt x="1622" y="340"/>
                  </a:lnTo>
                  <a:lnTo>
                    <a:pt x="1560" y="428"/>
                  </a:lnTo>
                  <a:lnTo>
                    <a:pt x="1522" y="629"/>
                  </a:lnTo>
                  <a:lnTo>
                    <a:pt x="1560" y="818"/>
                  </a:lnTo>
                  <a:lnTo>
                    <a:pt x="1585" y="994"/>
                  </a:lnTo>
                  <a:lnTo>
                    <a:pt x="1522" y="1107"/>
                  </a:lnTo>
                  <a:lnTo>
                    <a:pt x="1434" y="1120"/>
                  </a:lnTo>
                  <a:lnTo>
                    <a:pt x="1346" y="1120"/>
                  </a:lnTo>
                  <a:lnTo>
                    <a:pt x="1245" y="1032"/>
                  </a:lnTo>
                  <a:lnTo>
                    <a:pt x="1107" y="981"/>
                  </a:lnTo>
                  <a:lnTo>
                    <a:pt x="1031" y="956"/>
                  </a:lnTo>
                  <a:lnTo>
                    <a:pt x="969" y="831"/>
                  </a:lnTo>
                  <a:lnTo>
                    <a:pt x="969" y="579"/>
                  </a:lnTo>
                  <a:lnTo>
                    <a:pt x="931" y="428"/>
                  </a:lnTo>
                  <a:lnTo>
                    <a:pt x="881" y="328"/>
                  </a:lnTo>
                  <a:lnTo>
                    <a:pt x="767" y="240"/>
                  </a:lnTo>
                  <a:lnTo>
                    <a:pt x="730" y="164"/>
                  </a:lnTo>
                  <a:lnTo>
                    <a:pt x="692" y="76"/>
                  </a:lnTo>
                  <a:lnTo>
                    <a:pt x="57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468;p20">
              <a:extLst>
                <a:ext uri="{FF2B5EF4-FFF2-40B4-BE49-F238E27FC236}">
                  <a16:creationId xmlns:a16="http://schemas.microsoft.com/office/drawing/2014/main" id="{1065ECEF-7543-500C-DAD5-A00C6BD9FC39}"/>
                </a:ext>
              </a:extLst>
            </p:cNvPr>
            <p:cNvSpPr/>
            <p:nvPr/>
          </p:nvSpPr>
          <p:spPr>
            <a:xfrm>
              <a:off x="1437155" y="1842112"/>
              <a:ext cx="128961" cy="63519"/>
            </a:xfrm>
            <a:custGeom>
              <a:avLst/>
              <a:gdLst/>
              <a:ahLst/>
              <a:cxnLst/>
              <a:rect l="l" t="t" r="r" b="b"/>
              <a:pathLst>
                <a:path w="1610" h="793" extrusionOk="0">
                  <a:moveTo>
                    <a:pt x="1522" y="0"/>
                  </a:moveTo>
                  <a:lnTo>
                    <a:pt x="1396" y="13"/>
                  </a:lnTo>
                  <a:lnTo>
                    <a:pt x="1220" y="25"/>
                  </a:lnTo>
                  <a:lnTo>
                    <a:pt x="905" y="51"/>
                  </a:lnTo>
                  <a:lnTo>
                    <a:pt x="792" y="63"/>
                  </a:lnTo>
                  <a:lnTo>
                    <a:pt x="679" y="139"/>
                  </a:lnTo>
                  <a:lnTo>
                    <a:pt x="604" y="227"/>
                  </a:lnTo>
                  <a:lnTo>
                    <a:pt x="516" y="289"/>
                  </a:lnTo>
                  <a:lnTo>
                    <a:pt x="428" y="315"/>
                  </a:lnTo>
                  <a:lnTo>
                    <a:pt x="214" y="340"/>
                  </a:lnTo>
                  <a:lnTo>
                    <a:pt x="13" y="440"/>
                  </a:lnTo>
                  <a:lnTo>
                    <a:pt x="0" y="516"/>
                  </a:lnTo>
                  <a:lnTo>
                    <a:pt x="50" y="553"/>
                  </a:lnTo>
                  <a:lnTo>
                    <a:pt x="189" y="616"/>
                  </a:lnTo>
                  <a:lnTo>
                    <a:pt x="289" y="641"/>
                  </a:lnTo>
                  <a:lnTo>
                    <a:pt x="289" y="717"/>
                  </a:lnTo>
                  <a:lnTo>
                    <a:pt x="289" y="755"/>
                  </a:lnTo>
                  <a:lnTo>
                    <a:pt x="327" y="767"/>
                  </a:lnTo>
                  <a:lnTo>
                    <a:pt x="453" y="729"/>
                  </a:lnTo>
                  <a:lnTo>
                    <a:pt x="516" y="717"/>
                  </a:lnTo>
                  <a:lnTo>
                    <a:pt x="641" y="667"/>
                  </a:lnTo>
                  <a:lnTo>
                    <a:pt x="792" y="491"/>
                  </a:lnTo>
                  <a:lnTo>
                    <a:pt x="905" y="440"/>
                  </a:lnTo>
                  <a:lnTo>
                    <a:pt x="968" y="478"/>
                  </a:lnTo>
                  <a:lnTo>
                    <a:pt x="1019" y="528"/>
                  </a:lnTo>
                  <a:lnTo>
                    <a:pt x="993" y="629"/>
                  </a:lnTo>
                  <a:lnTo>
                    <a:pt x="931" y="704"/>
                  </a:lnTo>
                  <a:lnTo>
                    <a:pt x="893" y="767"/>
                  </a:lnTo>
                  <a:lnTo>
                    <a:pt x="931" y="780"/>
                  </a:lnTo>
                  <a:lnTo>
                    <a:pt x="1031" y="792"/>
                  </a:lnTo>
                  <a:lnTo>
                    <a:pt x="1195" y="679"/>
                  </a:lnTo>
                  <a:lnTo>
                    <a:pt x="1346" y="616"/>
                  </a:lnTo>
                  <a:lnTo>
                    <a:pt x="1421" y="579"/>
                  </a:lnTo>
                  <a:lnTo>
                    <a:pt x="1484" y="465"/>
                  </a:lnTo>
                  <a:lnTo>
                    <a:pt x="1509" y="277"/>
                  </a:lnTo>
                  <a:lnTo>
                    <a:pt x="1559" y="164"/>
                  </a:lnTo>
                  <a:lnTo>
                    <a:pt x="1610" y="63"/>
                  </a:lnTo>
                  <a:lnTo>
                    <a:pt x="152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469;p20">
              <a:extLst>
                <a:ext uri="{FF2B5EF4-FFF2-40B4-BE49-F238E27FC236}">
                  <a16:creationId xmlns:a16="http://schemas.microsoft.com/office/drawing/2014/main" id="{015DD560-7BBD-1C40-FD11-A585146D2588}"/>
                </a:ext>
              </a:extLst>
            </p:cNvPr>
            <p:cNvSpPr/>
            <p:nvPr/>
          </p:nvSpPr>
          <p:spPr>
            <a:xfrm>
              <a:off x="1616421" y="1830978"/>
              <a:ext cx="55429" cy="33322"/>
            </a:xfrm>
            <a:custGeom>
              <a:avLst/>
              <a:gdLst/>
              <a:ahLst/>
              <a:cxnLst/>
              <a:rect l="l" t="t" r="r" b="b"/>
              <a:pathLst>
                <a:path w="692" h="416" extrusionOk="0">
                  <a:moveTo>
                    <a:pt x="340" y="1"/>
                  </a:moveTo>
                  <a:lnTo>
                    <a:pt x="113" y="64"/>
                  </a:lnTo>
                  <a:lnTo>
                    <a:pt x="63" y="76"/>
                  </a:lnTo>
                  <a:lnTo>
                    <a:pt x="0" y="152"/>
                  </a:lnTo>
                  <a:lnTo>
                    <a:pt x="13" y="315"/>
                  </a:lnTo>
                  <a:lnTo>
                    <a:pt x="51" y="403"/>
                  </a:lnTo>
                  <a:lnTo>
                    <a:pt x="76" y="416"/>
                  </a:lnTo>
                  <a:lnTo>
                    <a:pt x="239" y="416"/>
                  </a:lnTo>
                  <a:lnTo>
                    <a:pt x="302" y="340"/>
                  </a:lnTo>
                  <a:lnTo>
                    <a:pt x="352" y="252"/>
                  </a:lnTo>
                  <a:lnTo>
                    <a:pt x="415" y="164"/>
                  </a:lnTo>
                  <a:lnTo>
                    <a:pt x="516" y="139"/>
                  </a:lnTo>
                  <a:lnTo>
                    <a:pt x="629" y="114"/>
                  </a:lnTo>
                  <a:lnTo>
                    <a:pt x="692" y="51"/>
                  </a:lnTo>
                  <a:lnTo>
                    <a:pt x="591" y="13"/>
                  </a:lnTo>
                  <a:lnTo>
                    <a:pt x="34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470;p20">
              <a:extLst>
                <a:ext uri="{FF2B5EF4-FFF2-40B4-BE49-F238E27FC236}">
                  <a16:creationId xmlns:a16="http://schemas.microsoft.com/office/drawing/2014/main" id="{9B266FD0-A754-70DC-89D5-AE630CC19E05}"/>
                </a:ext>
              </a:extLst>
            </p:cNvPr>
            <p:cNvSpPr/>
            <p:nvPr/>
          </p:nvSpPr>
          <p:spPr>
            <a:xfrm>
              <a:off x="1633563" y="1795734"/>
              <a:ext cx="47339" cy="23309"/>
            </a:xfrm>
            <a:custGeom>
              <a:avLst/>
              <a:gdLst/>
              <a:ahLst/>
              <a:cxnLst/>
              <a:rect l="l" t="t" r="r" b="b"/>
              <a:pathLst>
                <a:path w="591" h="291" extrusionOk="0">
                  <a:moveTo>
                    <a:pt x="453" y="1"/>
                  </a:moveTo>
                  <a:lnTo>
                    <a:pt x="214" y="13"/>
                  </a:lnTo>
                  <a:lnTo>
                    <a:pt x="63" y="13"/>
                  </a:lnTo>
                  <a:lnTo>
                    <a:pt x="0" y="51"/>
                  </a:lnTo>
                  <a:lnTo>
                    <a:pt x="50" y="152"/>
                  </a:lnTo>
                  <a:lnTo>
                    <a:pt x="163" y="177"/>
                  </a:lnTo>
                  <a:lnTo>
                    <a:pt x="264" y="177"/>
                  </a:lnTo>
                  <a:lnTo>
                    <a:pt x="390" y="202"/>
                  </a:lnTo>
                  <a:lnTo>
                    <a:pt x="453" y="265"/>
                  </a:lnTo>
                  <a:lnTo>
                    <a:pt x="478" y="290"/>
                  </a:lnTo>
                  <a:lnTo>
                    <a:pt x="528" y="277"/>
                  </a:lnTo>
                  <a:lnTo>
                    <a:pt x="591" y="189"/>
                  </a:lnTo>
                  <a:lnTo>
                    <a:pt x="591" y="89"/>
                  </a:lnTo>
                  <a:lnTo>
                    <a:pt x="566" y="39"/>
                  </a:lnTo>
                  <a:lnTo>
                    <a:pt x="45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471;p20">
              <a:extLst>
                <a:ext uri="{FF2B5EF4-FFF2-40B4-BE49-F238E27FC236}">
                  <a16:creationId xmlns:a16="http://schemas.microsoft.com/office/drawing/2014/main" id="{50868B3E-2F19-F1EC-41CC-CFF3E77B6B2C}"/>
                </a:ext>
              </a:extLst>
            </p:cNvPr>
            <p:cNvSpPr/>
            <p:nvPr/>
          </p:nvSpPr>
          <p:spPr>
            <a:xfrm>
              <a:off x="1711100" y="1880401"/>
              <a:ext cx="17141" cy="42373"/>
            </a:xfrm>
            <a:custGeom>
              <a:avLst/>
              <a:gdLst/>
              <a:ahLst/>
              <a:cxnLst/>
              <a:rect l="l" t="t" r="r" b="b"/>
              <a:pathLst>
                <a:path w="214" h="529" extrusionOk="0">
                  <a:moveTo>
                    <a:pt x="138" y="0"/>
                  </a:moveTo>
                  <a:lnTo>
                    <a:pt x="38" y="101"/>
                  </a:lnTo>
                  <a:lnTo>
                    <a:pt x="13" y="138"/>
                  </a:lnTo>
                  <a:lnTo>
                    <a:pt x="13" y="176"/>
                  </a:lnTo>
                  <a:lnTo>
                    <a:pt x="0" y="365"/>
                  </a:lnTo>
                  <a:lnTo>
                    <a:pt x="38" y="478"/>
                  </a:lnTo>
                  <a:lnTo>
                    <a:pt x="88" y="503"/>
                  </a:lnTo>
                  <a:lnTo>
                    <a:pt x="176" y="528"/>
                  </a:lnTo>
                  <a:lnTo>
                    <a:pt x="164" y="440"/>
                  </a:lnTo>
                  <a:lnTo>
                    <a:pt x="176" y="289"/>
                  </a:lnTo>
                  <a:lnTo>
                    <a:pt x="214" y="151"/>
                  </a:lnTo>
                  <a:lnTo>
                    <a:pt x="201" y="63"/>
                  </a:lnTo>
                  <a:lnTo>
                    <a:pt x="176" y="25"/>
                  </a:lnTo>
                  <a:lnTo>
                    <a:pt x="13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472;p20">
              <a:extLst>
                <a:ext uri="{FF2B5EF4-FFF2-40B4-BE49-F238E27FC236}">
                  <a16:creationId xmlns:a16="http://schemas.microsoft.com/office/drawing/2014/main" id="{707CEE77-95FF-27D5-24FF-CC45F8D6DEEE}"/>
                </a:ext>
              </a:extLst>
            </p:cNvPr>
            <p:cNvSpPr/>
            <p:nvPr/>
          </p:nvSpPr>
          <p:spPr>
            <a:xfrm>
              <a:off x="1688912" y="2035476"/>
              <a:ext cx="24270" cy="35324"/>
            </a:xfrm>
            <a:custGeom>
              <a:avLst/>
              <a:gdLst/>
              <a:ahLst/>
              <a:cxnLst/>
              <a:rect l="l" t="t" r="r" b="b"/>
              <a:pathLst>
                <a:path w="303" h="441" extrusionOk="0">
                  <a:moveTo>
                    <a:pt x="89" y="0"/>
                  </a:moveTo>
                  <a:lnTo>
                    <a:pt x="26" y="101"/>
                  </a:lnTo>
                  <a:lnTo>
                    <a:pt x="26" y="139"/>
                  </a:lnTo>
                  <a:lnTo>
                    <a:pt x="1" y="315"/>
                  </a:lnTo>
                  <a:lnTo>
                    <a:pt x="76" y="440"/>
                  </a:lnTo>
                  <a:lnTo>
                    <a:pt x="151" y="403"/>
                  </a:lnTo>
                  <a:lnTo>
                    <a:pt x="202" y="340"/>
                  </a:lnTo>
                  <a:lnTo>
                    <a:pt x="290" y="201"/>
                  </a:lnTo>
                  <a:lnTo>
                    <a:pt x="302" y="63"/>
                  </a:lnTo>
                  <a:lnTo>
                    <a:pt x="202" y="13"/>
                  </a:lnTo>
                  <a:lnTo>
                    <a:pt x="8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473;p20">
              <a:extLst>
                <a:ext uri="{FF2B5EF4-FFF2-40B4-BE49-F238E27FC236}">
                  <a16:creationId xmlns:a16="http://schemas.microsoft.com/office/drawing/2014/main" id="{7AE64796-1762-18C5-765E-B4E42EBC6670}"/>
                </a:ext>
              </a:extLst>
            </p:cNvPr>
            <p:cNvSpPr/>
            <p:nvPr/>
          </p:nvSpPr>
          <p:spPr>
            <a:xfrm>
              <a:off x="1919523" y="1905552"/>
              <a:ext cx="27314" cy="39329"/>
            </a:xfrm>
            <a:custGeom>
              <a:avLst/>
              <a:gdLst/>
              <a:ahLst/>
              <a:cxnLst/>
              <a:rect l="l" t="t" r="r" b="b"/>
              <a:pathLst>
                <a:path w="341" h="491" extrusionOk="0">
                  <a:moveTo>
                    <a:pt x="127" y="0"/>
                  </a:moveTo>
                  <a:lnTo>
                    <a:pt x="64" y="13"/>
                  </a:lnTo>
                  <a:lnTo>
                    <a:pt x="13" y="38"/>
                  </a:lnTo>
                  <a:lnTo>
                    <a:pt x="1" y="176"/>
                  </a:lnTo>
                  <a:lnTo>
                    <a:pt x="89" y="403"/>
                  </a:lnTo>
                  <a:lnTo>
                    <a:pt x="114" y="453"/>
                  </a:lnTo>
                  <a:lnTo>
                    <a:pt x="152" y="491"/>
                  </a:lnTo>
                  <a:lnTo>
                    <a:pt x="265" y="428"/>
                  </a:lnTo>
                  <a:lnTo>
                    <a:pt x="315" y="340"/>
                  </a:lnTo>
                  <a:lnTo>
                    <a:pt x="340" y="239"/>
                  </a:lnTo>
                  <a:lnTo>
                    <a:pt x="240" y="63"/>
                  </a:lnTo>
                  <a:lnTo>
                    <a:pt x="12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474;p20">
              <a:extLst>
                <a:ext uri="{FF2B5EF4-FFF2-40B4-BE49-F238E27FC236}">
                  <a16:creationId xmlns:a16="http://schemas.microsoft.com/office/drawing/2014/main" id="{263B7C0E-EDA4-050B-0B73-5C923C4A3172}"/>
                </a:ext>
              </a:extLst>
            </p:cNvPr>
            <p:cNvSpPr/>
            <p:nvPr/>
          </p:nvSpPr>
          <p:spPr>
            <a:xfrm>
              <a:off x="1823882" y="1730291"/>
              <a:ext cx="19224" cy="29317"/>
            </a:xfrm>
            <a:custGeom>
              <a:avLst/>
              <a:gdLst/>
              <a:ahLst/>
              <a:cxnLst/>
              <a:rect l="l" t="t" r="r" b="b"/>
              <a:pathLst>
                <a:path w="240" h="366" extrusionOk="0">
                  <a:moveTo>
                    <a:pt x="76" y="1"/>
                  </a:moveTo>
                  <a:lnTo>
                    <a:pt x="26" y="13"/>
                  </a:lnTo>
                  <a:lnTo>
                    <a:pt x="0" y="89"/>
                  </a:lnTo>
                  <a:lnTo>
                    <a:pt x="13" y="239"/>
                  </a:lnTo>
                  <a:lnTo>
                    <a:pt x="38" y="315"/>
                  </a:lnTo>
                  <a:lnTo>
                    <a:pt x="51" y="365"/>
                  </a:lnTo>
                  <a:lnTo>
                    <a:pt x="114" y="365"/>
                  </a:lnTo>
                  <a:lnTo>
                    <a:pt x="189" y="315"/>
                  </a:lnTo>
                  <a:lnTo>
                    <a:pt x="227" y="277"/>
                  </a:lnTo>
                  <a:lnTo>
                    <a:pt x="239" y="177"/>
                  </a:lnTo>
                  <a:lnTo>
                    <a:pt x="202" y="76"/>
                  </a:lnTo>
                  <a:lnTo>
                    <a:pt x="126" y="13"/>
                  </a:lnTo>
                  <a:lnTo>
                    <a:pt x="7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475;p20">
              <a:extLst>
                <a:ext uri="{FF2B5EF4-FFF2-40B4-BE49-F238E27FC236}">
                  <a16:creationId xmlns:a16="http://schemas.microsoft.com/office/drawing/2014/main" id="{107826CF-83C4-E724-0ABA-C518547B3EF9}"/>
                </a:ext>
              </a:extLst>
            </p:cNvPr>
            <p:cNvSpPr/>
            <p:nvPr/>
          </p:nvSpPr>
          <p:spPr>
            <a:xfrm>
              <a:off x="1757399" y="1878318"/>
              <a:ext cx="33322" cy="14178"/>
            </a:xfrm>
            <a:custGeom>
              <a:avLst/>
              <a:gdLst/>
              <a:ahLst/>
              <a:cxnLst/>
              <a:rect l="l" t="t" r="r" b="b"/>
              <a:pathLst>
                <a:path w="416" h="177" extrusionOk="0">
                  <a:moveTo>
                    <a:pt x="101" y="1"/>
                  </a:moveTo>
                  <a:lnTo>
                    <a:pt x="38" y="26"/>
                  </a:lnTo>
                  <a:lnTo>
                    <a:pt x="1" y="76"/>
                  </a:lnTo>
                  <a:lnTo>
                    <a:pt x="89" y="114"/>
                  </a:lnTo>
                  <a:lnTo>
                    <a:pt x="164" y="152"/>
                  </a:lnTo>
                  <a:lnTo>
                    <a:pt x="265" y="177"/>
                  </a:lnTo>
                  <a:lnTo>
                    <a:pt x="390" y="164"/>
                  </a:lnTo>
                  <a:lnTo>
                    <a:pt x="415" y="114"/>
                  </a:lnTo>
                  <a:lnTo>
                    <a:pt x="378" y="64"/>
                  </a:lnTo>
                  <a:lnTo>
                    <a:pt x="340" y="51"/>
                  </a:lnTo>
                  <a:lnTo>
                    <a:pt x="10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476;p20">
              <a:extLst>
                <a:ext uri="{FF2B5EF4-FFF2-40B4-BE49-F238E27FC236}">
                  <a16:creationId xmlns:a16="http://schemas.microsoft.com/office/drawing/2014/main" id="{3B1EC500-4587-1F21-62CE-A122DF25A0BB}"/>
                </a:ext>
              </a:extLst>
            </p:cNvPr>
            <p:cNvSpPr/>
            <p:nvPr/>
          </p:nvSpPr>
          <p:spPr>
            <a:xfrm>
              <a:off x="2130028" y="2871412"/>
              <a:ext cx="63519" cy="70568"/>
            </a:xfrm>
            <a:custGeom>
              <a:avLst/>
              <a:gdLst/>
              <a:ahLst/>
              <a:cxnLst/>
              <a:rect l="l" t="t" r="r" b="b"/>
              <a:pathLst>
                <a:path w="793" h="881" extrusionOk="0">
                  <a:moveTo>
                    <a:pt x="541" y="0"/>
                  </a:moveTo>
                  <a:lnTo>
                    <a:pt x="441" y="38"/>
                  </a:lnTo>
                  <a:lnTo>
                    <a:pt x="378" y="139"/>
                  </a:lnTo>
                  <a:lnTo>
                    <a:pt x="303" y="214"/>
                  </a:lnTo>
                  <a:lnTo>
                    <a:pt x="164" y="214"/>
                  </a:lnTo>
                  <a:lnTo>
                    <a:pt x="89" y="302"/>
                  </a:lnTo>
                  <a:lnTo>
                    <a:pt x="76" y="503"/>
                  </a:lnTo>
                  <a:lnTo>
                    <a:pt x="76" y="554"/>
                  </a:lnTo>
                  <a:lnTo>
                    <a:pt x="64" y="591"/>
                  </a:lnTo>
                  <a:lnTo>
                    <a:pt x="1" y="767"/>
                  </a:lnTo>
                  <a:lnTo>
                    <a:pt x="26" y="855"/>
                  </a:lnTo>
                  <a:lnTo>
                    <a:pt x="76" y="880"/>
                  </a:lnTo>
                  <a:lnTo>
                    <a:pt x="189" y="880"/>
                  </a:lnTo>
                  <a:lnTo>
                    <a:pt x="391" y="717"/>
                  </a:lnTo>
                  <a:lnTo>
                    <a:pt x="554" y="554"/>
                  </a:lnTo>
                  <a:lnTo>
                    <a:pt x="717" y="403"/>
                  </a:lnTo>
                  <a:lnTo>
                    <a:pt x="793" y="239"/>
                  </a:lnTo>
                  <a:lnTo>
                    <a:pt x="717" y="126"/>
                  </a:lnTo>
                  <a:lnTo>
                    <a:pt x="629" y="51"/>
                  </a:lnTo>
                  <a:lnTo>
                    <a:pt x="54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477;p20">
              <a:extLst>
                <a:ext uri="{FF2B5EF4-FFF2-40B4-BE49-F238E27FC236}">
                  <a16:creationId xmlns:a16="http://schemas.microsoft.com/office/drawing/2014/main" id="{5BF8E52C-4EEB-C3E3-B3CC-D42AD1B2223F}"/>
                </a:ext>
              </a:extLst>
            </p:cNvPr>
            <p:cNvSpPr/>
            <p:nvPr/>
          </p:nvSpPr>
          <p:spPr>
            <a:xfrm>
              <a:off x="2228712" y="2913705"/>
              <a:ext cx="36365" cy="74573"/>
            </a:xfrm>
            <a:custGeom>
              <a:avLst/>
              <a:gdLst/>
              <a:ahLst/>
              <a:cxnLst/>
              <a:rect l="l" t="t" r="r" b="b"/>
              <a:pathLst>
                <a:path w="454" h="931" extrusionOk="0">
                  <a:moveTo>
                    <a:pt x="328" y="0"/>
                  </a:moveTo>
                  <a:lnTo>
                    <a:pt x="240" y="38"/>
                  </a:lnTo>
                  <a:lnTo>
                    <a:pt x="177" y="189"/>
                  </a:lnTo>
                  <a:lnTo>
                    <a:pt x="152" y="239"/>
                  </a:lnTo>
                  <a:lnTo>
                    <a:pt x="51" y="290"/>
                  </a:lnTo>
                  <a:lnTo>
                    <a:pt x="1" y="491"/>
                  </a:lnTo>
                  <a:lnTo>
                    <a:pt x="64" y="717"/>
                  </a:lnTo>
                  <a:lnTo>
                    <a:pt x="177" y="893"/>
                  </a:lnTo>
                  <a:lnTo>
                    <a:pt x="240" y="918"/>
                  </a:lnTo>
                  <a:lnTo>
                    <a:pt x="303" y="931"/>
                  </a:lnTo>
                  <a:lnTo>
                    <a:pt x="353" y="881"/>
                  </a:lnTo>
                  <a:lnTo>
                    <a:pt x="378" y="692"/>
                  </a:lnTo>
                  <a:lnTo>
                    <a:pt x="378" y="440"/>
                  </a:lnTo>
                  <a:lnTo>
                    <a:pt x="403" y="214"/>
                  </a:lnTo>
                  <a:lnTo>
                    <a:pt x="454" y="101"/>
                  </a:lnTo>
                  <a:lnTo>
                    <a:pt x="378" y="38"/>
                  </a:lnTo>
                  <a:lnTo>
                    <a:pt x="32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CB4EDA15-CCD9-EFC7-E198-CDCE7D51A3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71700" y="2453241"/>
            <a:ext cx="6442563" cy="1514019"/>
          </a:xfrm>
        </p:spPr>
        <p:txBody>
          <a:bodyPr rtlCol="0"/>
          <a:lstStyle/>
          <a:p>
            <a:pPr algn="ctr" rtl="0"/>
            <a:r>
              <a:rPr lang="en-GB" sz="7000" dirty="0">
                <a:solidFill>
                  <a:srgbClr val="F10202"/>
                </a:solidFill>
                <a:latin typeface="Fira Sans Extra Condensed" panose="020F0502020204030204" pitchFamily="34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85855788"/>
      </p:ext>
    </p:extLst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Custom 4">
      <a:dk1>
        <a:srgbClr val="000000"/>
      </a:dk1>
      <a:lt1>
        <a:srgbClr val="FFFFFF"/>
      </a:lt1>
      <a:dk2>
        <a:srgbClr val="E4E4E4"/>
      </a:dk2>
      <a:lt2>
        <a:srgbClr val="E2E2E2"/>
      </a:lt2>
      <a:accent1>
        <a:srgbClr val="A9D4DB"/>
      </a:accent1>
      <a:accent2>
        <a:srgbClr val="E2E2E2"/>
      </a:accent2>
      <a:accent3>
        <a:srgbClr val="F10202"/>
      </a:accent3>
      <a:accent4>
        <a:srgbClr val="AA5881"/>
      </a:accent4>
      <a:accent5>
        <a:srgbClr val="E06742"/>
      </a:accent5>
      <a:accent6>
        <a:srgbClr val="E2E2E2"/>
      </a:accent6>
      <a:hlink>
        <a:srgbClr val="4495A2"/>
      </a:hlink>
      <a:folHlink>
        <a:srgbClr val="AA5881"/>
      </a:folHlink>
    </a:clrScheme>
    <a:fontScheme name="Custom 175">
      <a:majorFont>
        <a:latin typeface="Franklin Gothic Demi"/>
        <a:ea typeface=""/>
        <a:cs typeface=""/>
      </a:majorFont>
      <a:minorFont>
        <a:latin typeface="Franklin Gothic Boo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49129431_TF78853419_Win32.potx" id="{4B078287-5F8B-4412-8B56-22BABE512007}" vid="{40D3F4AB-D386-4158-AD50-2BEE84BA26E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Custom 4">
    <a:dk1>
      <a:srgbClr val="000000"/>
    </a:dk1>
    <a:lt1>
      <a:srgbClr val="FFFFFF"/>
    </a:lt1>
    <a:dk2>
      <a:srgbClr val="E4E4E4"/>
    </a:dk2>
    <a:lt2>
      <a:srgbClr val="E2E2E2"/>
    </a:lt2>
    <a:accent1>
      <a:srgbClr val="A9D4DB"/>
    </a:accent1>
    <a:accent2>
      <a:srgbClr val="E2E2E2"/>
    </a:accent2>
    <a:accent3>
      <a:srgbClr val="F10202"/>
    </a:accent3>
    <a:accent4>
      <a:srgbClr val="AA5881"/>
    </a:accent4>
    <a:accent5>
      <a:srgbClr val="E06742"/>
    </a:accent5>
    <a:accent6>
      <a:srgbClr val="E2E2E2"/>
    </a:accent6>
    <a:hlink>
      <a:srgbClr val="4495A2"/>
    </a:hlink>
    <a:folHlink>
      <a:srgbClr val="AA5881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D20B6E4-879E-4E6C-BDE7-261540CD376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09EC1AB0-9704-404D-B6D3-819D938AC55B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3.xml><?xml version="1.0" encoding="utf-8"?>
<ds:datastoreItem xmlns:ds="http://schemas.openxmlformats.org/officeDocument/2006/customXml" ds:itemID="{94F21D10-BD83-491A-AAA6-945C2DB1EB0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861</TotalTime>
  <Words>457</Words>
  <Application>Microsoft Office PowerPoint</Application>
  <PresentationFormat>Widescreen</PresentationFormat>
  <Paragraphs>65</Paragraphs>
  <Slides>11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9" baseType="lpstr">
      <vt:lpstr>Arial</vt:lpstr>
      <vt:lpstr>Calibri</vt:lpstr>
      <vt:lpstr>Fira Sans Extra Condensed</vt:lpstr>
      <vt:lpstr>Franklin Gothic Book</vt:lpstr>
      <vt:lpstr>Franklin Gothic Demi</vt:lpstr>
      <vt:lpstr>Roboto</vt:lpstr>
      <vt:lpstr>Wingdings</vt:lpstr>
      <vt:lpstr>Theme1</vt:lpstr>
      <vt:lpstr>Ottawa  Airbnb Market Analysis </vt:lpstr>
      <vt:lpstr>Contents</vt:lpstr>
      <vt:lpstr>Introduction</vt:lpstr>
      <vt:lpstr>Problem Statement</vt:lpstr>
      <vt:lpstr>Neighborhoods With the Highest Number of Listings</vt:lpstr>
      <vt:lpstr>Listings with the Highest Demand</vt:lpstr>
      <vt:lpstr>Popular Properties Among Guests</vt:lpstr>
      <vt:lpstr>Earnings by Host Type  </vt:lpstr>
      <vt:lpstr>Average Price and Revenue</vt:lpstr>
      <vt:lpstr>Recommendations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Mariam Azam</dc:creator>
  <cp:lastModifiedBy>Mariam Azam</cp:lastModifiedBy>
  <cp:revision>6</cp:revision>
  <dcterms:created xsi:type="dcterms:W3CDTF">2025-04-19T12:18:06Z</dcterms:created>
  <dcterms:modified xsi:type="dcterms:W3CDTF">2025-04-20T13:35:17Z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